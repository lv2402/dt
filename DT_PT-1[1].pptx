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0"/>
  </p:notesMasterIdLst>
  <p:handoutMasterIdLst>
    <p:handoutMasterId r:id="rId21"/>
  </p:handoutMasterIdLst>
  <p:sldIdLst>
    <p:sldId id="256" r:id="rId2"/>
    <p:sldId id="272" r:id="rId3"/>
    <p:sldId id="257" r:id="rId4"/>
    <p:sldId id="258" r:id="rId5"/>
    <p:sldId id="273" r:id="rId6"/>
    <p:sldId id="263" r:id="rId7"/>
    <p:sldId id="259" r:id="rId8"/>
    <p:sldId id="274" r:id="rId9"/>
    <p:sldId id="275" r:id="rId10"/>
    <p:sldId id="278" r:id="rId11"/>
    <p:sldId id="279" r:id="rId12"/>
    <p:sldId id="280" r:id="rId13"/>
    <p:sldId id="276" r:id="rId14"/>
    <p:sldId id="277" r:id="rId15"/>
    <p:sldId id="267" r:id="rId16"/>
    <p:sldId id="270" r:id="rId17"/>
    <p:sldId id="271" r:id="rId18"/>
    <p:sldId id="281" r:id="rId19"/>
  </p:sldIdLst>
  <p:sldSz cx="12192000" cy="6858000"/>
  <p:notesSz cx="6858000" cy="9144000"/>
  <p:embeddedFontLst>
    <p:embeddedFont>
      <p:font typeface="Barlow Bold" panose="020B0604020202020204" charset="0"/>
      <p:bold r:id="rId22"/>
    </p:embeddedFont>
    <p:embeddedFont>
      <p:font typeface="Manrope SemiBold" panose="020B0604020202020204" charset="0"/>
      <p:bold r:id="rId23"/>
    </p:embeddedFont>
    <p:embeddedFont>
      <p:font typeface="Montserrat" panose="00000500000000000000" pitchFamily="2" charset="0"/>
      <p:regular r:id="rId24"/>
      <p:bold r:id="rId25"/>
      <p:italic r:id="rId26"/>
      <p:boldItalic r:id="rId27"/>
    </p:embeddedFont>
    <p:embeddedFont>
      <p:font typeface="Righteous" panose="020B0604020202020204" charset="0"/>
      <p:regular r:id="rId28"/>
    </p:embeddedFont>
  </p:embeddedFontLst>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2" userDrawn="1">
          <p15:clr>
            <a:srgbClr val="A4A3A4"/>
          </p15:clr>
        </p15:guide>
        <p15:guide id="2" pos="3863" userDrawn="1">
          <p15:clr>
            <a:srgbClr val="A4A3A4"/>
          </p15:clr>
        </p15:guide>
        <p15:guide id="3" pos="6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8FDD"/>
    <a:srgbClr val="FFFFFF"/>
    <a:srgbClr val="FF9693"/>
    <a:srgbClr val="FFF3F3"/>
    <a:srgbClr val="AB98E0"/>
    <a:srgbClr val="FF8F8F"/>
    <a:srgbClr val="FFBDBD"/>
    <a:srgbClr val="B3A1E3"/>
    <a:srgbClr val="AD9BE1"/>
    <a:srgbClr val="FAF9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F6B2CE-2295-42F6-98D0-9F9F95D0A4D8}" v="20" dt="2024-12-22T05:46:02.5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731" autoAdjust="0"/>
  </p:normalViewPr>
  <p:slideViewPr>
    <p:cSldViewPr snapToGrid="0" showGuides="1">
      <p:cViewPr varScale="1">
        <p:scale>
          <a:sx n="98" d="100"/>
          <a:sy n="98" d="100"/>
        </p:scale>
        <p:origin x="62" y="67"/>
      </p:cViewPr>
      <p:guideLst>
        <p:guide orient="horz" pos="2142"/>
        <p:guide pos="3863"/>
        <p:guide pos="63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handoutMaster" Target="handoutMasters/handoutMaster1.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 V" userId="eaea0e7fbc1fc319" providerId="LiveId" clId="{20F6B2CE-2295-42F6-98D0-9F9F95D0A4D8}"/>
    <pc:docChg chg="undo redo custSel addSld delSld modSld">
      <pc:chgData name="L V" userId="eaea0e7fbc1fc319" providerId="LiveId" clId="{20F6B2CE-2295-42F6-98D0-9F9F95D0A4D8}" dt="2024-12-22T05:46:41.516" v="322" actId="1037"/>
      <pc:docMkLst>
        <pc:docMk/>
      </pc:docMkLst>
      <pc:sldChg chg="addSp delSp modSp mod">
        <pc:chgData name="L V" userId="eaea0e7fbc1fc319" providerId="LiveId" clId="{20F6B2CE-2295-42F6-98D0-9F9F95D0A4D8}" dt="2024-12-22T05:43:53.034" v="293" actId="122"/>
        <pc:sldMkLst>
          <pc:docMk/>
          <pc:sldMk cId="0" sldId="256"/>
        </pc:sldMkLst>
        <pc:spChg chg="add mod">
          <ac:chgData name="L V" userId="eaea0e7fbc1fc319" providerId="LiveId" clId="{20F6B2CE-2295-42F6-98D0-9F9F95D0A4D8}" dt="2024-12-22T05:30:02.898" v="141"/>
          <ac:spMkLst>
            <pc:docMk/>
            <pc:sldMk cId="0" sldId="256"/>
            <ac:spMk id="2" creationId="{E9511CF3-928C-55C4-1A5B-315F6161E8D4}"/>
          </ac:spMkLst>
        </pc:spChg>
        <pc:spChg chg="add mod">
          <ac:chgData name="L V" userId="eaea0e7fbc1fc319" providerId="LiveId" clId="{20F6B2CE-2295-42F6-98D0-9F9F95D0A4D8}" dt="2024-12-22T05:30:02.898" v="141"/>
          <ac:spMkLst>
            <pc:docMk/>
            <pc:sldMk cId="0" sldId="256"/>
            <ac:spMk id="3" creationId="{10C40C3F-79AB-64A6-C8DE-D157F6D0C21D}"/>
          </ac:spMkLst>
        </pc:spChg>
        <pc:spChg chg="add mod">
          <ac:chgData name="L V" userId="eaea0e7fbc1fc319" providerId="LiveId" clId="{20F6B2CE-2295-42F6-98D0-9F9F95D0A4D8}" dt="2024-12-22T05:30:02.898" v="141"/>
          <ac:spMkLst>
            <pc:docMk/>
            <pc:sldMk cId="0" sldId="256"/>
            <ac:spMk id="4" creationId="{831A1587-D112-9E78-58C5-7034083A5F07}"/>
          </ac:spMkLst>
        </pc:spChg>
        <pc:spChg chg="del mod">
          <ac:chgData name="L V" userId="eaea0e7fbc1fc319" providerId="LiveId" clId="{20F6B2CE-2295-42F6-98D0-9F9F95D0A4D8}" dt="2024-12-22T05:37:17.745" v="241" actId="478"/>
          <ac:spMkLst>
            <pc:docMk/>
            <pc:sldMk cId="0" sldId="256"/>
            <ac:spMk id="6" creationId="{00000000-0000-0000-0000-000000000000}"/>
          </ac:spMkLst>
        </pc:spChg>
        <pc:spChg chg="add mod">
          <ac:chgData name="L V" userId="eaea0e7fbc1fc319" providerId="LiveId" clId="{20F6B2CE-2295-42F6-98D0-9F9F95D0A4D8}" dt="2024-12-22T05:30:02.898" v="141"/>
          <ac:spMkLst>
            <pc:docMk/>
            <pc:sldMk cId="0" sldId="256"/>
            <ac:spMk id="7" creationId="{0195D822-CB92-EA01-EEF9-A5EEB0897219}"/>
          </ac:spMkLst>
        </pc:spChg>
        <pc:spChg chg="add mod">
          <ac:chgData name="L V" userId="eaea0e7fbc1fc319" providerId="LiveId" clId="{20F6B2CE-2295-42F6-98D0-9F9F95D0A4D8}" dt="2024-12-22T05:30:02.898" v="141"/>
          <ac:spMkLst>
            <pc:docMk/>
            <pc:sldMk cId="0" sldId="256"/>
            <ac:spMk id="8" creationId="{BC71CB26-45C8-A2E3-7416-1200ED3694CC}"/>
          </ac:spMkLst>
        </pc:spChg>
        <pc:spChg chg="add mod">
          <ac:chgData name="L V" userId="eaea0e7fbc1fc319" providerId="LiveId" clId="{20F6B2CE-2295-42F6-98D0-9F9F95D0A4D8}" dt="2024-12-22T05:30:02.898" v="141"/>
          <ac:spMkLst>
            <pc:docMk/>
            <pc:sldMk cId="0" sldId="256"/>
            <ac:spMk id="9" creationId="{DF992D3E-1002-AE3B-C006-07F4FD06FFAB}"/>
          </ac:spMkLst>
        </pc:spChg>
        <pc:spChg chg="add mod">
          <ac:chgData name="L V" userId="eaea0e7fbc1fc319" providerId="LiveId" clId="{20F6B2CE-2295-42F6-98D0-9F9F95D0A4D8}" dt="2024-12-22T05:30:02.898" v="141"/>
          <ac:spMkLst>
            <pc:docMk/>
            <pc:sldMk cId="0" sldId="256"/>
            <ac:spMk id="10" creationId="{B730B7E7-5AAB-092A-B46D-434E700D4660}"/>
          </ac:spMkLst>
        </pc:spChg>
        <pc:spChg chg="add mod">
          <ac:chgData name="L V" userId="eaea0e7fbc1fc319" providerId="LiveId" clId="{20F6B2CE-2295-42F6-98D0-9F9F95D0A4D8}" dt="2024-12-22T05:30:02.898" v="141"/>
          <ac:spMkLst>
            <pc:docMk/>
            <pc:sldMk cId="0" sldId="256"/>
            <ac:spMk id="11" creationId="{A7777144-7D8B-B7C2-9F0C-32F753611B8D}"/>
          </ac:spMkLst>
        </pc:spChg>
        <pc:spChg chg="add mod">
          <ac:chgData name="L V" userId="eaea0e7fbc1fc319" providerId="LiveId" clId="{20F6B2CE-2295-42F6-98D0-9F9F95D0A4D8}" dt="2024-12-22T05:30:02.898" v="141"/>
          <ac:spMkLst>
            <pc:docMk/>
            <pc:sldMk cId="0" sldId="256"/>
            <ac:spMk id="12" creationId="{962E5838-BFB5-B7B2-5F45-16F8C16857BC}"/>
          </ac:spMkLst>
        </pc:spChg>
        <pc:spChg chg="add mod">
          <ac:chgData name="L V" userId="eaea0e7fbc1fc319" providerId="LiveId" clId="{20F6B2CE-2295-42F6-98D0-9F9F95D0A4D8}" dt="2024-12-22T05:43:53.034" v="293" actId="122"/>
          <ac:spMkLst>
            <pc:docMk/>
            <pc:sldMk cId="0" sldId="256"/>
            <ac:spMk id="13" creationId="{8A47C84C-33D7-BBC7-C689-B37E772AE71B}"/>
          </ac:spMkLst>
        </pc:spChg>
        <pc:spChg chg="add mod">
          <ac:chgData name="L V" userId="eaea0e7fbc1fc319" providerId="LiveId" clId="{20F6B2CE-2295-42F6-98D0-9F9F95D0A4D8}" dt="2024-12-22T05:35:41.883" v="221"/>
          <ac:spMkLst>
            <pc:docMk/>
            <pc:sldMk cId="0" sldId="256"/>
            <ac:spMk id="14" creationId="{B46E92D8-D669-4BF9-C99C-C16B849FAB1A}"/>
          </ac:spMkLst>
        </pc:spChg>
        <pc:spChg chg="add mod">
          <ac:chgData name="L V" userId="eaea0e7fbc1fc319" providerId="LiveId" clId="{20F6B2CE-2295-42F6-98D0-9F9F95D0A4D8}" dt="2024-12-22T05:30:02.898" v="141"/>
          <ac:spMkLst>
            <pc:docMk/>
            <pc:sldMk cId="0" sldId="256"/>
            <ac:spMk id="15" creationId="{38D87076-9C5C-2C7A-A66A-2F7BF8FE229E}"/>
          </ac:spMkLst>
        </pc:spChg>
        <pc:spChg chg="add mod">
          <ac:chgData name="L V" userId="eaea0e7fbc1fc319" providerId="LiveId" clId="{20F6B2CE-2295-42F6-98D0-9F9F95D0A4D8}" dt="2024-12-22T05:30:02.898" v="141"/>
          <ac:spMkLst>
            <pc:docMk/>
            <pc:sldMk cId="0" sldId="256"/>
            <ac:spMk id="16" creationId="{9EA86EFF-2CD7-F60F-8641-105D2468E54A}"/>
          </ac:spMkLst>
        </pc:spChg>
        <pc:spChg chg="add mod">
          <ac:chgData name="L V" userId="eaea0e7fbc1fc319" providerId="LiveId" clId="{20F6B2CE-2295-42F6-98D0-9F9F95D0A4D8}" dt="2024-12-22T05:30:02.898" v="141"/>
          <ac:spMkLst>
            <pc:docMk/>
            <pc:sldMk cId="0" sldId="256"/>
            <ac:spMk id="18" creationId="{A008763D-CE8B-C32A-E5B7-501FF9F0DEBC}"/>
          </ac:spMkLst>
        </pc:spChg>
        <pc:spChg chg="del mod">
          <ac:chgData name="L V" userId="eaea0e7fbc1fc319" providerId="LiveId" clId="{20F6B2CE-2295-42F6-98D0-9F9F95D0A4D8}" dt="2024-12-22T05:33:39.618" v="209" actId="478"/>
          <ac:spMkLst>
            <pc:docMk/>
            <pc:sldMk cId="0" sldId="256"/>
            <ac:spMk id="49" creationId="{00000000-0000-0000-0000-000000000000}"/>
          </ac:spMkLst>
        </pc:spChg>
        <pc:spChg chg="del">
          <ac:chgData name="L V" userId="eaea0e7fbc1fc319" providerId="LiveId" clId="{20F6B2CE-2295-42F6-98D0-9F9F95D0A4D8}" dt="2024-12-22T05:37:15.490" v="240" actId="478"/>
          <ac:spMkLst>
            <pc:docMk/>
            <pc:sldMk cId="0" sldId="256"/>
            <ac:spMk id="71" creationId="{00000000-0000-0000-0000-000000000000}"/>
          </ac:spMkLst>
        </pc:spChg>
        <pc:picChg chg="add mod">
          <ac:chgData name="L V" userId="eaea0e7fbc1fc319" providerId="LiveId" clId="{20F6B2CE-2295-42F6-98D0-9F9F95D0A4D8}" dt="2024-12-22T05:30:02.898" v="141"/>
          <ac:picMkLst>
            <pc:docMk/>
            <pc:sldMk cId="0" sldId="256"/>
            <ac:picMk id="17" creationId="{3D2E9278-EB4A-129C-0F08-137DF10E134A}"/>
          </ac:picMkLst>
        </pc:picChg>
        <pc:picChg chg="add mod">
          <ac:chgData name="L V" userId="eaea0e7fbc1fc319" providerId="LiveId" clId="{20F6B2CE-2295-42F6-98D0-9F9F95D0A4D8}" dt="2024-12-22T05:30:02.898" v="141"/>
          <ac:picMkLst>
            <pc:docMk/>
            <pc:sldMk cId="0" sldId="256"/>
            <ac:picMk id="19" creationId="{FF1DC136-AEC0-B7D1-4022-0E1D09DEE255}"/>
          </ac:picMkLst>
        </pc:picChg>
        <pc:picChg chg="del">
          <ac:chgData name="L V" userId="eaea0e7fbc1fc319" providerId="LiveId" clId="{20F6B2CE-2295-42F6-98D0-9F9F95D0A4D8}" dt="2024-12-22T05:37:10.055" v="239" actId="478"/>
          <ac:picMkLst>
            <pc:docMk/>
            <pc:sldMk cId="0" sldId="256"/>
            <ac:picMk id="51" creationId="{00000000-0000-0000-0000-000000000000}"/>
          </ac:picMkLst>
        </pc:picChg>
        <pc:picChg chg="del">
          <ac:chgData name="L V" userId="eaea0e7fbc1fc319" providerId="LiveId" clId="{20F6B2CE-2295-42F6-98D0-9F9F95D0A4D8}" dt="2024-12-22T05:32:16.401" v="204" actId="478"/>
          <ac:picMkLst>
            <pc:docMk/>
            <pc:sldMk cId="0" sldId="256"/>
            <ac:picMk id="58" creationId="{00000000-0000-0000-0000-000000000000}"/>
          </ac:picMkLst>
        </pc:picChg>
      </pc:sldChg>
      <pc:sldChg chg="addSp delSp modSp mod">
        <pc:chgData name="L V" userId="eaea0e7fbc1fc319" providerId="LiveId" clId="{20F6B2CE-2295-42F6-98D0-9F9F95D0A4D8}" dt="2024-12-22T05:46:41.516" v="322" actId="1037"/>
        <pc:sldMkLst>
          <pc:docMk/>
          <pc:sldMk cId="0" sldId="257"/>
        </pc:sldMkLst>
        <pc:spChg chg="mod">
          <ac:chgData name="L V" userId="eaea0e7fbc1fc319" providerId="LiveId" clId="{20F6B2CE-2295-42F6-98D0-9F9F95D0A4D8}" dt="2024-12-22T05:23:02.562" v="107" actId="1076"/>
          <ac:spMkLst>
            <pc:docMk/>
            <pc:sldMk cId="0" sldId="257"/>
            <ac:spMk id="3" creationId="{00000000-0000-0000-0000-000000000000}"/>
          </ac:spMkLst>
        </pc:spChg>
        <pc:spChg chg="add del">
          <ac:chgData name="L V" userId="eaea0e7fbc1fc319" providerId="LiveId" clId="{20F6B2CE-2295-42F6-98D0-9F9F95D0A4D8}" dt="2024-12-22T05:46:35.743" v="320" actId="478"/>
          <ac:spMkLst>
            <pc:docMk/>
            <pc:sldMk cId="0" sldId="257"/>
            <ac:spMk id="19" creationId="{00000000-0000-0000-0000-000000000000}"/>
          </ac:spMkLst>
        </pc:spChg>
        <pc:spChg chg="add del">
          <ac:chgData name="L V" userId="eaea0e7fbc1fc319" providerId="LiveId" clId="{20F6B2CE-2295-42F6-98D0-9F9F95D0A4D8}" dt="2024-12-22T05:46:35.426" v="319" actId="478"/>
          <ac:spMkLst>
            <pc:docMk/>
            <pc:sldMk cId="0" sldId="257"/>
            <ac:spMk id="20" creationId="{00000000-0000-0000-0000-000000000000}"/>
          </ac:spMkLst>
        </pc:spChg>
        <pc:spChg chg="mod">
          <ac:chgData name="L V" userId="eaea0e7fbc1fc319" providerId="LiveId" clId="{20F6B2CE-2295-42F6-98D0-9F9F95D0A4D8}" dt="2024-12-22T05:23:10.230" v="109" actId="1076"/>
          <ac:spMkLst>
            <pc:docMk/>
            <pc:sldMk cId="0" sldId="257"/>
            <ac:spMk id="25" creationId="{00000000-0000-0000-0000-000000000000}"/>
          </ac:spMkLst>
        </pc:spChg>
        <pc:spChg chg="mod">
          <ac:chgData name="L V" userId="eaea0e7fbc1fc319" providerId="LiveId" clId="{20F6B2CE-2295-42F6-98D0-9F9F95D0A4D8}" dt="2024-12-22T05:23:28.729" v="123" actId="1076"/>
          <ac:spMkLst>
            <pc:docMk/>
            <pc:sldMk cId="0" sldId="257"/>
            <ac:spMk id="41" creationId="{00000000-0000-0000-0000-000000000000}"/>
          </ac:spMkLst>
        </pc:spChg>
        <pc:spChg chg="mod">
          <ac:chgData name="L V" userId="eaea0e7fbc1fc319" providerId="LiveId" clId="{20F6B2CE-2295-42F6-98D0-9F9F95D0A4D8}" dt="2024-12-22T05:23:05.894" v="108" actId="1076"/>
          <ac:spMkLst>
            <pc:docMk/>
            <pc:sldMk cId="0" sldId="257"/>
            <ac:spMk id="43" creationId="{00000000-0000-0000-0000-000000000000}"/>
          </ac:spMkLst>
        </pc:spChg>
        <pc:spChg chg="add del">
          <ac:chgData name="L V" userId="eaea0e7fbc1fc319" providerId="LiveId" clId="{20F6B2CE-2295-42F6-98D0-9F9F95D0A4D8}" dt="2024-12-22T05:46:28.170" v="317" actId="478"/>
          <ac:spMkLst>
            <pc:docMk/>
            <pc:sldMk cId="0" sldId="257"/>
            <ac:spMk id="45" creationId="{00000000-0000-0000-0000-000000000000}"/>
          </ac:spMkLst>
        </pc:spChg>
        <pc:picChg chg="mod">
          <ac:chgData name="L V" userId="eaea0e7fbc1fc319" providerId="LiveId" clId="{20F6B2CE-2295-42F6-98D0-9F9F95D0A4D8}" dt="2024-12-22T05:23:27.028" v="121" actId="1038"/>
          <ac:picMkLst>
            <pc:docMk/>
            <pc:sldMk cId="0" sldId="257"/>
            <ac:picMk id="5" creationId="{00000000-0000-0000-0000-000000000000}"/>
          </ac:picMkLst>
        </pc:picChg>
        <pc:picChg chg="mod">
          <ac:chgData name="L V" userId="eaea0e7fbc1fc319" providerId="LiveId" clId="{20F6B2CE-2295-42F6-98D0-9F9F95D0A4D8}" dt="2024-12-22T05:46:41.516" v="322" actId="1037"/>
          <ac:picMkLst>
            <pc:docMk/>
            <pc:sldMk cId="0" sldId="257"/>
            <ac:picMk id="58" creationId="{00000000-0000-0000-0000-000000000000}"/>
          </ac:picMkLst>
        </pc:picChg>
      </pc:sldChg>
      <pc:sldChg chg="addSp modSp mod">
        <pc:chgData name="L V" userId="eaea0e7fbc1fc319" providerId="LiveId" clId="{20F6B2CE-2295-42F6-98D0-9F9F95D0A4D8}" dt="2024-12-22T05:24:40.931" v="136"/>
        <pc:sldMkLst>
          <pc:docMk/>
          <pc:sldMk cId="0" sldId="259"/>
        </pc:sldMkLst>
        <pc:spChg chg="mod">
          <ac:chgData name="L V" userId="eaea0e7fbc1fc319" providerId="LiveId" clId="{20F6B2CE-2295-42F6-98D0-9F9F95D0A4D8}" dt="2024-12-22T05:21:56.040" v="100" actId="207"/>
          <ac:spMkLst>
            <pc:docMk/>
            <pc:sldMk cId="0" sldId="259"/>
            <ac:spMk id="5" creationId="{808D686B-D294-458E-6234-A61CA1171A42}"/>
          </ac:spMkLst>
        </pc:spChg>
        <pc:picChg chg="add mod">
          <ac:chgData name="L V" userId="eaea0e7fbc1fc319" providerId="LiveId" clId="{20F6B2CE-2295-42F6-98D0-9F9F95D0A4D8}" dt="2024-12-22T05:24:40.931" v="136"/>
          <ac:picMkLst>
            <pc:docMk/>
            <pc:sldMk cId="0" sldId="259"/>
            <ac:picMk id="2" creationId="{BC975189-58B3-DB5A-E185-2B579CF46CBC}"/>
          </ac:picMkLst>
        </pc:picChg>
      </pc:sldChg>
      <pc:sldChg chg="addSp modSp">
        <pc:chgData name="L V" userId="eaea0e7fbc1fc319" providerId="LiveId" clId="{20F6B2CE-2295-42F6-98D0-9F9F95D0A4D8}" dt="2024-12-22T05:24:43.872" v="137"/>
        <pc:sldMkLst>
          <pc:docMk/>
          <pc:sldMk cId="0" sldId="263"/>
        </pc:sldMkLst>
        <pc:picChg chg="add mod">
          <ac:chgData name="L V" userId="eaea0e7fbc1fc319" providerId="LiveId" clId="{20F6B2CE-2295-42F6-98D0-9F9F95D0A4D8}" dt="2024-12-22T05:24:43.872" v="137"/>
          <ac:picMkLst>
            <pc:docMk/>
            <pc:sldMk cId="0" sldId="263"/>
            <ac:picMk id="10" creationId="{CB29E016-B1B1-5E69-AC0B-D188A7B26945}"/>
          </ac:picMkLst>
        </pc:picChg>
      </pc:sldChg>
      <pc:sldChg chg="addSp modSp mod">
        <pc:chgData name="L V" userId="eaea0e7fbc1fc319" providerId="LiveId" clId="{20F6B2CE-2295-42F6-98D0-9F9F95D0A4D8}" dt="2024-12-22T05:24:12.869" v="128" actId="1035"/>
        <pc:sldMkLst>
          <pc:docMk/>
          <pc:sldMk cId="0" sldId="267"/>
        </pc:sldMkLst>
        <pc:picChg chg="add mod">
          <ac:chgData name="L V" userId="eaea0e7fbc1fc319" providerId="LiveId" clId="{20F6B2CE-2295-42F6-98D0-9F9F95D0A4D8}" dt="2024-12-22T05:24:12.869" v="128" actId="1035"/>
          <ac:picMkLst>
            <pc:docMk/>
            <pc:sldMk cId="0" sldId="267"/>
            <ac:picMk id="3" creationId="{91C1EA03-5BE0-D0E6-A4C5-EB1EFC0092FB}"/>
          </ac:picMkLst>
        </pc:picChg>
      </pc:sldChg>
      <pc:sldChg chg="addSp delSp modSp mod">
        <pc:chgData name="L V" userId="eaea0e7fbc1fc319" providerId="LiveId" clId="{20F6B2CE-2295-42F6-98D0-9F9F95D0A4D8}" dt="2024-12-22T05:24:03.743" v="124"/>
        <pc:sldMkLst>
          <pc:docMk/>
          <pc:sldMk cId="0" sldId="270"/>
        </pc:sldMkLst>
        <pc:spChg chg="add del mod">
          <ac:chgData name="L V" userId="eaea0e7fbc1fc319" providerId="LiveId" clId="{20F6B2CE-2295-42F6-98D0-9F9F95D0A4D8}" dt="2024-12-22T05:16:05.114" v="28" actId="21"/>
          <ac:spMkLst>
            <pc:docMk/>
            <pc:sldMk cId="0" sldId="270"/>
            <ac:spMk id="3" creationId="{939C21BB-0B04-9204-94C2-B2F2417EA441}"/>
          </ac:spMkLst>
        </pc:spChg>
        <pc:spChg chg="mod">
          <ac:chgData name="L V" userId="eaea0e7fbc1fc319" providerId="LiveId" clId="{20F6B2CE-2295-42F6-98D0-9F9F95D0A4D8}" dt="2024-12-22T05:15:54.228" v="26"/>
          <ac:spMkLst>
            <pc:docMk/>
            <pc:sldMk cId="0" sldId="270"/>
            <ac:spMk id="4" creationId="{00000000-0000-0000-0000-000000000000}"/>
          </ac:spMkLst>
        </pc:spChg>
        <pc:spChg chg="mod">
          <ac:chgData name="L V" userId="eaea0e7fbc1fc319" providerId="LiveId" clId="{20F6B2CE-2295-42F6-98D0-9F9F95D0A4D8}" dt="2024-12-22T05:15:54.228" v="26"/>
          <ac:spMkLst>
            <pc:docMk/>
            <pc:sldMk cId="0" sldId="270"/>
            <ac:spMk id="5" creationId="{00000000-0000-0000-0000-000000000000}"/>
          </ac:spMkLst>
        </pc:spChg>
        <pc:spChg chg="mod">
          <ac:chgData name="L V" userId="eaea0e7fbc1fc319" providerId="LiveId" clId="{20F6B2CE-2295-42F6-98D0-9F9F95D0A4D8}" dt="2024-12-22T05:15:54.228" v="26"/>
          <ac:spMkLst>
            <pc:docMk/>
            <pc:sldMk cId="0" sldId="270"/>
            <ac:spMk id="6" creationId="{00000000-0000-0000-0000-000000000000}"/>
          </ac:spMkLst>
        </pc:spChg>
        <pc:spChg chg="mod">
          <ac:chgData name="L V" userId="eaea0e7fbc1fc319" providerId="LiveId" clId="{20F6B2CE-2295-42F6-98D0-9F9F95D0A4D8}" dt="2024-12-22T05:15:54.228" v="26"/>
          <ac:spMkLst>
            <pc:docMk/>
            <pc:sldMk cId="0" sldId="270"/>
            <ac:spMk id="7" creationId="{00000000-0000-0000-0000-000000000000}"/>
          </ac:spMkLst>
        </pc:spChg>
        <pc:spChg chg="mod">
          <ac:chgData name="L V" userId="eaea0e7fbc1fc319" providerId="LiveId" clId="{20F6B2CE-2295-42F6-98D0-9F9F95D0A4D8}" dt="2024-12-22T05:15:54.228" v="26"/>
          <ac:spMkLst>
            <pc:docMk/>
            <pc:sldMk cId="0" sldId="270"/>
            <ac:spMk id="8" creationId="{00000000-0000-0000-0000-000000000000}"/>
          </ac:spMkLst>
        </pc:spChg>
        <pc:spChg chg="mod">
          <ac:chgData name="L V" userId="eaea0e7fbc1fc319" providerId="LiveId" clId="{20F6B2CE-2295-42F6-98D0-9F9F95D0A4D8}" dt="2024-12-22T05:15:54.228" v="26"/>
          <ac:spMkLst>
            <pc:docMk/>
            <pc:sldMk cId="0" sldId="270"/>
            <ac:spMk id="9" creationId="{00000000-0000-0000-0000-000000000000}"/>
          </ac:spMkLst>
        </pc:spChg>
        <pc:spChg chg="mod">
          <ac:chgData name="L V" userId="eaea0e7fbc1fc319" providerId="LiveId" clId="{20F6B2CE-2295-42F6-98D0-9F9F95D0A4D8}" dt="2024-12-22T05:15:54.228" v="26"/>
          <ac:spMkLst>
            <pc:docMk/>
            <pc:sldMk cId="0" sldId="270"/>
            <ac:spMk id="10" creationId="{00000000-0000-0000-0000-000000000000}"/>
          </ac:spMkLst>
        </pc:spChg>
        <pc:spChg chg="mod">
          <ac:chgData name="L V" userId="eaea0e7fbc1fc319" providerId="LiveId" clId="{20F6B2CE-2295-42F6-98D0-9F9F95D0A4D8}" dt="2024-12-22T05:15:54.228" v="26"/>
          <ac:spMkLst>
            <pc:docMk/>
            <pc:sldMk cId="0" sldId="270"/>
            <ac:spMk id="11" creationId="{00000000-0000-0000-0000-000000000000}"/>
          </ac:spMkLst>
        </pc:spChg>
        <pc:spChg chg="mod">
          <ac:chgData name="L V" userId="eaea0e7fbc1fc319" providerId="LiveId" clId="{20F6B2CE-2295-42F6-98D0-9F9F95D0A4D8}" dt="2024-12-22T05:15:54.228" v="26"/>
          <ac:spMkLst>
            <pc:docMk/>
            <pc:sldMk cId="0" sldId="270"/>
            <ac:spMk id="12" creationId="{00000000-0000-0000-0000-000000000000}"/>
          </ac:spMkLst>
        </pc:spChg>
        <pc:spChg chg="mod">
          <ac:chgData name="L V" userId="eaea0e7fbc1fc319" providerId="LiveId" clId="{20F6B2CE-2295-42F6-98D0-9F9F95D0A4D8}" dt="2024-12-22T05:15:54.228" v="26"/>
          <ac:spMkLst>
            <pc:docMk/>
            <pc:sldMk cId="0" sldId="270"/>
            <ac:spMk id="13" creationId="{00000000-0000-0000-0000-000000000000}"/>
          </ac:spMkLst>
        </pc:spChg>
        <pc:spChg chg="mod">
          <ac:chgData name="L V" userId="eaea0e7fbc1fc319" providerId="LiveId" clId="{20F6B2CE-2295-42F6-98D0-9F9F95D0A4D8}" dt="2024-12-22T05:15:54.228" v="26"/>
          <ac:spMkLst>
            <pc:docMk/>
            <pc:sldMk cId="0" sldId="270"/>
            <ac:spMk id="14" creationId="{00000000-0000-0000-0000-000000000000}"/>
          </ac:spMkLst>
        </pc:spChg>
        <pc:spChg chg="mod">
          <ac:chgData name="L V" userId="eaea0e7fbc1fc319" providerId="LiveId" clId="{20F6B2CE-2295-42F6-98D0-9F9F95D0A4D8}" dt="2024-12-22T05:15:54.228" v="26"/>
          <ac:spMkLst>
            <pc:docMk/>
            <pc:sldMk cId="0" sldId="270"/>
            <ac:spMk id="15" creationId="{00000000-0000-0000-0000-000000000000}"/>
          </ac:spMkLst>
        </pc:spChg>
        <pc:spChg chg="mod">
          <ac:chgData name="L V" userId="eaea0e7fbc1fc319" providerId="LiveId" clId="{20F6B2CE-2295-42F6-98D0-9F9F95D0A4D8}" dt="2024-12-22T05:15:54.228" v="26"/>
          <ac:spMkLst>
            <pc:docMk/>
            <pc:sldMk cId="0" sldId="270"/>
            <ac:spMk id="16" creationId="{00000000-0000-0000-0000-000000000000}"/>
          </ac:spMkLst>
        </pc:spChg>
        <pc:spChg chg="mod">
          <ac:chgData name="L V" userId="eaea0e7fbc1fc319" providerId="LiveId" clId="{20F6B2CE-2295-42F6-98D0-9F9F95D0A4D8}" dt="2024-12-22T05:15:54.228" v="26"/>
          <ac:spMkLst>
            <pc:docMk/>
            <pc:sldMk cId="0" sldId="270"/>
            <ac:spMk id="17" creationId="{00000000-0000-0000-0000-000000000000}"/>
          </ac:spMkLst>
        </pc:spChg>
        <pc:spChg chg="mod">
          <ac:chgData name="L V" userId="eaea0e7fbc1fc319" providerId="LiveId" clId="{20F6B2CE-2295-42F6-98D0-9F9F95D0A4D8}" dt="2024-12-22T05:15:54.228" v="26"/>
          <ac:spMkLst>
            <pc:docMk/>
            <pc:sldMk cId="0" sldId="270"/>
            <ac:spMk id="18" creationId="{00000000-0000-0000-0000-000000000000}"/>
          </ac:spMkLst>
        </pc:spChg>
        <pc:spChg chg="mod">
          <ac:chgData name="L V" userId="eaea0e7fbc1fc319" providerId="LiveId" clId="{20F6B2CE-2295-42F6-98D0-9F9F95D0A4D8}" dt="2024-12-22T05:15:54.228" v="26"/>
          <ac:spMkLst>
            <pc:docMk/>
            <pc:sldMk cId="0" sldId="270"/>
            <ac:spMk id="19" creationId="{00000000-0000-0000-0000-000000000000}"/>
          </ac:spMkLst>
        </pc:spChg>
        <pc:spChg chg="mod">
          <ac:chgData name="L V" userId="eaea0e7fbc1fc319" providerId="LiveId" clId="{20F6B2CE-2295-42F6-98D0-9F9F95D0A4D8}" dt="2024-12-22T05:15:54.228" v="26"/>
          <ac:spMkLst>
            <pc:docMk/>
            <pc:sldMk cId="0" sldId="270"/>
            <ac:spMk id="20" creationId="{00000000-0000-0000-0000-000000000000}"/>
          </ac:spMkLst>
        </pc:spChg>
        <pc:spChg chg="mod">
          <ac:chgData name="L V" userId="eaea0e7fbc1fc319" providerId="LiveId" clId="{20F6B2CE-2295-42F6-98D0-9F9F95D0A4D8}" dt="2024-12-22T05:15:54.228" v="26"/>
          <ac:spMkLst>
            <pc:docMk/>
            <pc:sldMk cId="0" sldId="270"/>
            <ac:spMk id="21" creationId="{00000000-0000-0000-0000-000000000000}"/>
          </ac:spMkLst>
        </pc:spChg>
        <pc:spChg chg="mod">
          <ac:chgData name="L V" userId="eaea0e7fbc1fc319" providerId="LiveId" clId="{20F6B2CE-2295-42F6-98D0-9F9F95D0A4D8}" dt="2024-12-22T05:15:54.228" v="26"/>
          <ac:spMkLst>
            <pc:docMk/>
            <pc:sldMk cId="0" sldId="270"/>
            <ac:spMk id="22" creationId="{00000000-0000-0000-0000-000000000000}"/>
          </ac:spMkLst>
        </pc:spChg>
        <pc:spChg chg="mod">
          <ac:chgData name="L V" userId="eaea0e7fbc1fc319" providerId="LiveId" clId="{20F6B2CE-2295-42F6-98D0-9F9F95D0A4D8}" dt="2024-12-22T05:15:54.228" v="26"/>
          <ac:spMkLst>
            <pc:docMk/>
            <pc:sldMk cId="0" sldId="270"/>
            <ac:spMk id="24" creationId="{00000000-0000-0000-0000-000000000000}"/>
          </ac:spMkLst>
        </pc:spChg>
        <pc:grpChg chg="mod">
          <ac:chgData name="L V" userId="eaea0e7fbc1fc319" providerId="LiveId" clId="{20F6B2CE-2295-42F6-98D0-9F9F95D0A4D8}" dt="2024-12-22T05:15:54.228" v="26"/>
          <ac:grpSpMkLst>
            <pc:docMk/>
            <pc:sldMk cId="0" sldId="270"/>
            <ac:grpSpMk id="2" creationId="{00000000-0000-0000-0000-000000000000}"/>
          </ac:grpSpMkLst>
        </pc:grpChg>
        <pc:picChg chg="add mod">
          <ac:chgData name="L V" userId="eaea0e7fbc1fc319" providerId="LiveId" clId="{20F6B2CE-2295-42F6-98D0-9F9F95D0A4D8}" dt="2024-12-22T05:24:03.743" v="124"/>
          <ac:picMkLst>
            <pc:docMk/>
            <pc:sldMk cId="0" sldId="270"/>
            <ac:picMk id="23" creationId="{1FC8F37D-0A89-32FB-DE9D-285D412B6C2A}"/>
          </ac:picMkLst>
        </pc:picChg>
        <pc:picChg chg="mod">
          <ac:chgData name="L V" userId="eaea0e7fbc1fc319" providerId="LiveId" clId="{20F6B2CE-2295-42F6-98D0-9F9F95D0A4D8}" dt="2024-12-22T05:15:54.228" v="26"/>
          <ac:picMkLst>
            <pc:docMk/>
            <pc:sldMk cId="0" sldId="270"/>
            <ac:picMk id="25" creationId="{00000000-0000-0000-0000-000000000000}"/>
          </ac:picMkLst>
        </pc:picChg>
      </pc:sldChg>
      <pc:sldChg chg="addSp delSp modSp mod">
        <pc:chgData name="L V" userId="eaea0e7fbc1fc319" providerId="LiveId" clId="{20F6B2CE-2295-42F6-98D0-9F9F95D0A4D8}" dt="2024-12-22T05:20:09.123" v="92" actId="1076"/>
        <pc:sldMkLst>
          <pc:docMk/>
          <pc:sldMk cId="0" sldId="271"/>
        </pc:sldMkLst>
        <pc:spChg chg="add mod">
          <ac:chgData name="L V" userId="eaea0e7fbc1fc319" providerId="LiveId" clId="{20F6B2CE-2295-42F6-98D0-9F9F95D0A4D8}" dt="2024-12-22T05:20:09.123" v="92" actId="1076"/>
          <ac:spMkLst>
            <pc:docMk/>
            <pc:sldMk cId="0" sldId="271"/>
            <ac:spMk id="3" creationId="{939C21BB-0B04-9204-94C2-B2F2417EA441}"/>
          </ac:spMkLst>
        </pc:spChg>
        <pc:spChg chg="mod">
          <ac:chgData name="L V" userId="eaea0e7fbc1fc319" providerId="LiveId" clId="{20F6B2CE-2295-42F6-98D0-9F9F95D0A4D8}" dt="2024-12-22T05:16:32.127" v="36" actId="1076"/>
          <ac:spMkLst>
            <pc:docMk/>
            <pc:sldMk cId="0" sldId="271"/>
            <ac:spMk id="6" creationId="{00000000-0000-0000-0000-000000000000}"/>
          </ac:spMkLst>
        </pc:spChg>
        <pc:spChg chg="mod">
          <ac:chgData name="L V" userId="eaea0e7fbc1fc319" providerId="LiveId" clId="{20F6B2CE-2295-42F6-98D0-9F9F95D0A4D8}" dt="2024-12-22T05:12:37.583" v="23" actId="1076"/>
          <ac:spMkLst>
            <pc:docMk/>
            <pc:sldMk cId="0" sldId="271"/>
            <ac:spMk id="49" creationId="{00000000-0000-0000-0000-000000000000}"/>
          </ac:spMkLst>
        </pc:spChg>
        <pc:picChg chg="del">
          <ac:chgData name="L V" userId="eaea0e7fbc1fc319" providerId="LiveId" clId="{20F6B2CE-2295-42F6-98D0-9F9F95D0A4D8}" dt="2024-12-22T05:12:11.531" v="1" actId="478"/>
          <ac:picMkLst>
            <pc:docMk/>
            <pc:sldMk cId="0" sldId="271"/>
            <ac:picMk id="61" creationId="{00000000-0000-0000-0000-000000000000}"/>
          </ac:picMkLst>
        </pc:picChg>
        <pc:picChg chg="del">
          <ac:chgData name="L V" userId="eaea0e7fbc1fc319" providerId="LiveId" clId="{20F6B2CE-2295-42F6-98D0-9F9F95D0A4D8}" dt="2024-12-22T05:12:13.184" v="2" actId="478"/>
          <ac:picMkLst>
            <pc:docMk/>
            <pc:sldMk cId="0" sldId="271"/>
            <ac:picMk id="62" creationId="{00000000-0000-0000-0000-000000000000}"/>
          </ac:picMkLst>
        </pc:picChg>
        <pc:picChg chg="del">
          <ac:chgData name="L V" userId="eaea0e7fbc1fc319" providerId="LiveId" clId="{20F6B2CE-2295-42F6-98D0-9F9F95D0A4D8}" dt="2024-12-22T05:12:14.934" v="3" actId="478"/>
          <ac:picMkLst>
            <pc:docMk/>
            <pc:sldMk cId="0" sldId="271"/>
            <ac:picMk id="63" creationId="{00000000-0000-0000-0000-000000000000}"/>
          </ac:picMkLst>
        </pc:picChg>
      </pc:sldChg>
      <pc:sldChg chg="addSp modSp mod">
        <pc:chgData name="L V" userId="eaea0e7fbc1fc319" providerId="LiveId" clId="{20F6B2CE-2295-42F6-98D0-9F9F95D0A4D8}" dt="2024-12-22T05:46:02.571" v="314" actId="1076"/>
        <pc:sldMkLst>
          <pc:docMk/>
          <pc:sldMk cId="0" sldId="272"/>
        </pc:sldMkLst>
        <pc:spChg chg="mod">
          <ac:chgData name="L V" userId="eaea0e7fbc1fc319" providerId="LiveId" clId="{20F6B2CE-2295-42F6-98D0-9F9F95D0A4D8}" dt="2024-12-22T05:22:12.780" v="101" actId="207"/>
          <ac:spMkLst>
            <pc:docMk/>
            <pc:sldMk cId="0" sldId="272"/>
            <ac:spMk id="2" creationId="{00000000-0000-0000-0000-000000000000}"/>
          </ac:spMkLst>
        </pc:spChg>
        <pc:spChg chg="mod">
          <ac:chgData name="L V" userId="eaea0e7fbc1fc319" providerId="LiveId" clId="{20F6B2CE-2295-42F6-98D0-9F9F95D0A4D8}" dt="2024-12-22T05:45:50.647" v="310" actId="404"/>
          <ac:spMkLst>
            <pc:docMk/>
            <pc:sldMk cId="0" sldId="272"/>
            <ac:spMk id="3" creationId="{00000000-0000-0000-0000-000000000000}"/>
          </ac:spMkLst>
        </pc:spChg>
        <pc:picChg chg="add mod">
          <ac:chgData name="L V" userId="eaea0e7fbc1fc319" providerId="LiveId" clId="{20F6B2CE-2295-42F6-98D0-9F9F95D0A4D8}" dt="2024-12-22T05:24:49.788" v="138"/>
          <ac:picMkLst>
            <pc:docMk/>
            <pc:sldMk cId="0" sldId="272"/>
            <ac:picMk id="4" creationId="{71B8B1B8-A65B-CE4B-27A4-676143C55F02}"/>
          </ac:picMkLst>
        </pc:picChg>
        <pc:picChg chg="add mod">
          <ac:chgData name="L V" userId="eaea0e7fbc1fc319" providerId="LiveId" clId="{20F6B2CE-2295-42F6-98D0-9F9F95D0A4D8}" dt="2024-12-22T05:46:02.571" v="314" actId="1076"/>
          <ac:picMkLst>
            <pc:docMk/>
            <pc:sldMk cId="0" sldId="272"/>
            <ac:picMk id="1026" creationId="{002D21B0-75AE-B04A-CA94-955D997A0592}"/>
          </ac:picMkLst>
        </pc:picChg>
      </pc:sldChg>
      <pc:sldChg chg="addSp modSp mod">
        <pc:chgData name="L V" userId="eaea0e7fbc1fc319" providerId="LiveId" clId="{20F6B2CE-2295-42F6-98D0-9F9F95D0A4D8}" dt="2024-12-22T05:24:37.531" v="135"/>
        <pc:sldMkLst>
          <pc:docMk/>
          <pc:sldMk cId="2037140904" sldId="274"/>
        </pc:sldMkLst>
        <pc:spChg chg="mod">
          <ac:chgData name="L V" userId="eaea0e7fbc1fc319" providerId="LiveId" clId="{20F6B2CE-2295-42F6-98D0-9F9F95D0A4D8}" dt="2024-12-22T05:21:41.657" v="99" actId="207"/>
          <ac:spMkLst>
            <pc:docMk/>
            <pc:sldMk cId="2037140904" sldId="274"/>
            <ac:spMk id="6" creationId="{8B96BBF4-DE84-B457-11C0-6B29E8E059A6}"/>
          </ac:spMkLst>
        </pc:spChg>
        <pc:picChg chg="add mod">
          <ac:chgData name="L V" userId="eaea0e7fbc1fc319" providerId="LiveId" clId="{20F6B2CE-2295-42F6-98D0-9F9F95D0A4D8}" dt="2024-12-22T05:24:37.531" v="135"/>
          <ac:picMkLst>
            <pc:docMk/>
            <pc:sldMk cId="2037140904" sldId="274"/>
            <ac:picMk id="2" creationId="{4DBC2132-A62D-ED03-E0BB-A5717A488F00}"/>
          </ac:picMkLst>
        </pc:picChg>
      </pc:sldChg>
      <pc:sldChg chg="addSp modSp mod">
        <pc:chgData name="L V" userId="eaea0e7fbc1fc319" providerId="LiveId" clId="{20F6B2CE-2295-42F6-98D0-9F9F95D0A4D8}" dt="2024-12-22T05:24:34.526" v="134"/>
        <pc:sldMkLst>
          <pc:docMk/>
          <pc:sldMk cId="1105706814" sldId="275"/>
        </pc:sldMkLst>
        <pc:spChg chg="mod">
          <ac:chgData name="L V" userId="eaea0e7fbc1fc319" providerId="LiveId" clId="{20F6B2CE-2295-42F6-98D0-9F9F95D0A4D8}" dt="2024-12-22T05:21:31.541" v="98" actId="207"/>
          <ac:spMkLst>
            <pc:docMk/>
            <pc:sldMk cId="1105706814" sldId="275"/>
            <ac:spMk id="3" creationId="{AAC4C361-3173-E658-2A2E-CDEB05464BBC}"/>
          </ac:spMkLst>
        </pc:spChg>
        <pc:picChg chg="add mod">
          <ac:chgData name="L V" userId="eaea0e7fbc1fc319" providerId="LiveId" clId="{20F6B2CE-2295-42F6-98D0-9F9F95D0A4D8}" dt="2024-12-22T05:24:34.526" v="134"/>
          <ac:picMkLst>
            <pc:docMk/>
            <pc:sldMk cId="1105706814" sldId="275"/>
            <ac:picMk id="2" creationId="{F1FD110D-BBD8-D1D2-1A71-38A449DA75F1}"/>
          </ac:picMkLst>
        </pc:picChg>
      </pc:sldChg>
      <pc:sldChg chg="addSp modSp mod">
        <pc:chgData name="L V" userId="eaea0e7fbc1fc319" providerId="LiveId" clId="{20F6B2CE-2295-42F6-98D0-9F9F95D0A4D8}" dt="2024-12-22T05:24:20.081" v="130"/>
        <pc:sldMkLst>
          <pc:docMk/>
          <pc:sldMk cId="3510922081" sldId="276"/>
        </pc:sldMkLst>
        <pc:spChg chg="mod">
          <ac:chgData name="L V" userId="eaea0e7fbc1fc319" providerId="LiveId" clId="{20F6B2CE-2295-42F6-98D0-9F9F95D0A4D8}" dt="2024-12-22T05:20:48.296" v="94" actId="207"/>
          <ac:spMkLst>
            <pc:docMk/>
            <pc:sldMk cId="3510922081" sldId="276"/>
            <ac:spMk id="2" creationId="{D067F346-62EF-9190-798A-27CB982FE6B0}"/>
          </ac:spMkLst>
        </pc:spChg>
        <pc:picChg chg="add mod">
          <ac:chgData name="L V" userId="eaea0e7fbc1fc319" providerId="LiveId" clId="{20F6B2CE-2295-42F6-98D0-9F9F95D0A4D8}" dt="2024-12-22T05:24:20.081" v="130"/>
          <ac:picMkLst>
            <pc:docMk/>
            <pc:sldMk cId="3510922081" sldId="276"/>
            <ac:picMk id="3" creationId="{312CAB25-024B-BA81-4CA2-4D9E09695AFB}"/>
          </ac:picMkLst>
        </pc:picChg>
      </pc:sldChg>
      <pc:sldChg chg="addSp modSp mod">
        <pc:chgData name="L V" userId="eaea0e7fbc1fc319" providerId="LiveId" clId="{20F6B2CE-2295-42F6-98D0-9F9F95D0A4D8}" dt="2024-12-22T05:24:16.056" v="129"/>
        <pc:sldMkLst>
          <pc:docMk/>
          <pc:sldMk cId="3897222075" sldId="277"/>
        </pc:sldMkLst>
        <pc:spChg chg="mod">
          <ac:chgData name="L V" userId="eaea0e7fbc1fc319" providerId="LiveId" clId="{20F6B2CE-2295-42F6-98D0-9F9F95D0A4D8}" dt="2024-12-22T05:20:35.345" v="93" actId="207"/>
          <ac:spMkLst>
            <pc:docMk/>
            <pc:sldMk cId="3897222075" sldId="277"/>
            <ac:spMk id="2" creationId="{9FB34B20-EF5D-BAD5-9B98-FC0860A69EC1}"/>
          </ac:spMkLst>
        </pc:spChg>
        <pc:picChg chg="add mod">
          <ac:chgData name="L V" userId="eaea0e7fbc1fc319" providerId="LiveId" clId="{20F6B2CE-2295-42F6-98D0-9F9F95D0A4D8}" dt="2024-12-22T05:24:16.056" v="129"/>
          <ac:picMkLst>
            <pc:docMk/>
            <pc:sldMk cId="3897222075" sldId="277"/>
            <ac:picMk id="3" creationId="{0EB3A92B-2738-1D00-65C0-C2797EC23CA5}"/>
          </ac:picMkLst>
        </pc:picChg>
      </pc:sldChg>
      <pc:sldChg chg="addSp modSp mod">
        <pc:chgData name="L V" userId="eaea0e7fbc1fc319" providerId="LiveId" clId="{20F6B2CE-2295-42F6-98D0-9F9F95D0A4D8}" dt="2024-12-22T05:24:30.919" v="133"/>
        <pc:sldMkLst>
          <pc:docMk/>
          <pc:sldMk cId="3984244070" sldId="278"/>
        </pc:sldMkLst>
        <pc:spChg chg="mod">
          <ac:chgData name="L V" userId="eaea0e7fbc1fc319" providerId="LiveId" clId="{20F6B2CE-2295-42F6-98D0-9F9F95D0A4D8}" dt="2024-12-22T05:21:21.171" v="97" actId="207"/>
          <ac:spMkLst>
            <pc:docMk/>
            <pc:sldMk cId="3984244070" sldId="278"/>
            <ac:spMk id="4" creationId="{FC91F486-4E6B-0BDD-48E3-E08E1E8906CE}"/>
          </ac:spMkLst>
        </pc:spChg>
        <pc:picChg chg="add mod">
          <ac:chgData name="L V" userId="eaea0e7fbc1fc319" providerId="LiveId" clId="{20F6B2CE-2295-42F6-98D0-9F9F95D0A4D8}" dt="2024-12-22T05:24:30.919" v="133"/>
          <ac:picMkLst>
            <pc:docMk/>
            <pc:sldMk cId="3984244070" sldId="278"/>
            <ac:picMk id="2" creationId="{437A4382-6856-9EB2-7080-611319B44C45}"/>
          </ac:picMkLst>
        </pc:picChg>
      </pc:sldChg>
      <pc:sldChg chg="addSp modSp mod">
        <pc:chgData name="L V" userId="eaea0e7fbc1fc319" providerId="LiveId" clId="{20F6B2CE-2295-42F6-98D0-9F9F95D0A4D8}" dt="2024-12-22T05:24:26.534" v="132"/>
        <pc:sldMkLst>
          <pc:docMk/>
          <pc:sldMk cId="278414994" sldId="279"/>
        </pc:sldMkLst>
        <pc:spChg chg="mod">
          <ac:chgData name="L V" userId="eaea0e7fbc1fc319" providerId="LiveId" clId="{20F6B2CE-2295-42F6-98D0-9F9F95D0A4D8}" dt="2024-12-22T05:21:12.070" v="96" actId="207"/>
          <ac:spMkLst>
            <pc:docMk/>
            <pc:sldMk cId="278414994" sldId="279"/>
            <ac:spMk id="3" creationId="{C51DA40E-E334-20CF-B65D-B1839D424CD3}"/>
          </ac:spMkLst>
        </pc:spChg>
        <pc:picChg chg="add mod">
          <ac:chgData name="L V" userId="eaea0e7fbc1fc319" providerId="LiveId" clId="{20F6B2CE-2295-42F6-98D0-9F9F95D0A4D8}" dt="2024-12-22T05:24:26.534" v="132"/>
          <ac:picMkLst>
            <pc:docMk/>
            <pc:sldMk cId="278414994" sldId="279"/>
            <ac:picMk id="2" creationId="{EF6570A5-4A23-A676-5A9D-9091AA7ECE5F}"/>
          </ac:picMkLst>
        </pc:picChg>
      </pc:sldChg>
      <pc:sldChg chg="addSp modSp mod">
        <pc:chgData name="L V" userId="eaea0e7fbc1fc319" providerId="LiveId" clId="{20F6B2CE-2295-42F6-98D0-9F9F95D0A4D8}" dt="2024-12-22T05:24:23.450" v="131"/>
        <pc:sldMkLst>
          <pc:docMk/>
          <pc:sldMk cId="512773785" sldId="280"/>
        </pc:sldMkLst>
        <pc:spChg chg="mod">
          <ac:chgData name="L V" userId="eaea0e7fbc1fc319" providerId="LiveId" clId="{20F6B2CE-2295-42F6-98D0-9F9F95D0A4D8}" dt="2024-12-22T05:21:00.504" v="95" actId="207"/>
          <ac:spMkLst>
            <pc:docMk/>
            <pc:sldMk cId="512773785" sldId="280"/>
            <ac:spMk id="4" creationId="{1B208D92-0A49-6E51-E17B-4BC075437FFD}"/>
          </ac:spMkLst>
        </pc:spChg>
        <pc:picChg chg="add mod">
          <ac:chgData name="L V" userId="eaea0e7fbc1fc319" providerId="LiveId" clId="{20F6B2CE-2295-42F6-98D0-9F9F95D0A4D8}" dt="2024-12-22T05:24:23.450" v="131"/>
          <ac:picMkLst>
            <pc:docMk/>
            <pc:sldMk cId="512773785" sldId="280"/>
            <ac:picMk id="2" creationId="{E0802687-6A19-B867-BB71-71ED79CC0CD8}"/>
          </ac:picMkLst>
        </pc:picChg>
      </pc:sldChg>
      <pc:sldChg chg="modSp add mod">
        <pc:chgData name="L V" userId="eaea0e7fbc1fc319" providerId="LiveId" clId="{20F6B2CE-2295-42F6-98D0-9F9F95D0A4D8}" dt="2024-12-22T05:25:53.274" v="139" actId="1076"/>
        <pc:sldMkLst>
          <pc:docMk/>
          <pc:sldMk cId="230118752" sldId="281"/>
        </pc:sldMkLst>
        <pc:spChg chg="mod">
          <ac:chgData name="L V" userId="eaea0e7fbc1fc319" providerId="LiveId" clId="{20F6B2CE-2295-42F6-98D0-9F9F95D0A4D8}" dt="2024-12-22T05:25:53.274" v="139" actId="1076"/>
          <ac:spMkLst>
            <pc:docMk/>
            <pc:sldMk cId="230118752" sldId="281"/>
            <ac:spMk id="49" creationId="{52FE437B-479A-EE3A-CD82-36307D75E3F0}"/>
          </ac:spMkLst>
        </pc:spChg>
      </pc:sldChg>
      <pc:sldChg chg="add del">
        <pc:chgData name="L V" userId="eaea0e7fbc1fc319" providerId="LiveId" clId="{20F6B2CE-2295-42F6-98D0-9F9F95D0A4D8}" dt="2024-12-22T05:44:14.852" v="294" actId="47"/>
        <pc:sldMkLst>
          <pc:docMk/>
          <pc:sldMk cId="1544955393" sldId="28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Manrope SemiBold" charset="0"/>
              <a:ea typeface="Manrope SemiBold" charset="0"/>
              <a:cs typeface="Righteous" panose="02010506000000020000" pitchFamily="2"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Manrope SemiBold" charset="0"/>
                <a:ea typeface="Manrope SemiBold" charset="0"/>
                <a:cs typeface="Righteous" panose="02010506000000020000" pitchFamily="2" charset="0"/>
              </a:rPr>
              <a:t>2024/12/22</a:t>
            </a:fld>
            <a:endParaRPr lang="zh-CN" altLang="en-US">
              <a:latin typeface="Manrope SemiBold" charset="0"/>
              <a:ea typeface="Manrope SemiBold" charset="0"/>
              <a:cs typeface="Righteous" panose="02010506000000020000" pitchFamily="2"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Manrope SemiBold" charset="0"/>
              <a:ea typeface="Manrope SemiBold" charset="0"/>
              <a:cs typeface="Righteous" panose="02010506000000020000" pitchFamily="2"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Manrope SemiBold" charset="0"/>
                <a:ea typeface="Manrope SemiBold" charset="0"/>
                <a:cs typeface="Righteous" panose="02010506000000020000" pitchFamily="2" charset="0"/>
              </a:rPr>
              <a:t>‹#›</a:t>
            </a:fld>
            <a:endParaRPr lang="zh-CN" altLang="en-US">
              <a:latin typeface="Manrope SemiBold" charset="0"/>
              <a:ea typeface="Manrope SemiBold" charset="0"/>
              <a:cs typeface="Righteous" panose="02010506000000020000" pitchFamily="2" charset="0"/>
            </a:endParaRPr>
          </a:p>
        </p:txBody>
      </p:sp>
    </p:spTree>
    <p:extLst>
      <p:ext uri="{BB962C8B-B14F-4D97-AF65-F5344CB8AC3E}">
        <p14:creationId xmlns:p14="http://schemas.microsoft.com/office/powerpoint/2010/main" val="2951799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anrope SemiBold" charset="0"/>
                <a:ea typeface="Manrope SemiBold" charset="0"/>
                <a:cs typeface="Righteous" panose="02010506000000020000" pitchFamily="2"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anrope SemiBold" charset="0"/>
                <a:ea typeface="Manrope SemiBold" charset="0"/>
                <a:cs typeface="Righteous" panose="02010506000000020000" pitchFamily="2" charset="0"/>
              </a:defRPr>
            </a:lvl1pPr>
          </a:lstStyle>
          <a:p>
            <a:fld id="{363036CE-220A-4F2F-86A1-E0680115B8C7}" type="datetimeFigureOut">
              <a:rPr lang="zh-CN" altLang="en-US" smtClean="0"/>
              <a:t>2024/12/22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anrope SemiBold" charset="0"/>
                <a:ea typeface="Manrope SemiBold" charset="0"/>
                <a:cs typeface="Righteous" panose="02010506000000020000" pitchFamily="2"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anrope SemiBold" charset="0"/>
                <a:ea typeface="Manrope SemiBold" charset="0"/>
                <a:cs typeface="Righteous" panose="02010506000000020000" pitchFamily="2" charset="0"/>
              </a:defRPr>
            </a:lvl1pPr>
          </a:lstStyle>
          <a:p>
            <a:fld id="{BA0CABC1-8E6A-400E-8956-7144D6D7F716}" type="slidenum">
              <a:rPr lang="zh-CN" altLang="en-US" smtClean="0"/>
              <a:t>‹#›</a:t>
            </a:fld>
            <a:endParaRPr lang="zh-CN" altLang="en-US"/>
          </a:p>
        </p:txBody>
      </p:sp>
    </p:spTree>
    <p:extLst>
      <p:ext uri="{BB962C8B-B14F-4D97-AF65-F5344CB8AC3E}">
        <p14:creationId xmlns:p14="http://schemas.microsoft.com/office/powerpoint/2010/main" val="29857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anrope SemiBold" charset="0"/>
        <a:ea typeface="Manrope SemiBold" charset="0"/>
        <a:cs typeface="Righteous" panose="02010506000000020000" pitchFamily="2" charset="0"/>
      </a:defRPr>
    </a:lvl1pPr>
    <a:lvl2pPr marL="457200" algn="l" defTabSz="914400" rtl="0" eaLnBrk="1" latinLnBrk="0" hangingPunct="1">
      <a:defRPr sz="1200" kern="1200">
        <a:solidFill>
          <a:schemeClr val="tx1"/>
        </a:solidFill>
        <a:latin typeface="Manrope SemiBold" charset="0"/>
        <a:ea typeface="Manrope SemiBold" charset="0"/>
        <a:cs typeface="Righteous" panose="02010506000000020000" pitchFamily="2" charset="0"/>
      </a:defRPr>
    </a:lvl2pPr>
    <a:lvl3pPr marL="914400" algn="l" defTabSz="914400" rtl="0" eaLnBrk="1" latinLnBrk="0" hangingPunct="1">
      <a:defRPr sz="1200" kern="1200">
        <a:solidFill>
          <a:schemeClr val="tx1"/>
        </a:solidFill>
        <a:latin typeface="Manrope SemiBold" charset="0"/>
        <a:ea typeface="Manrope SemiBold" charset="0"/>
        <a:cs typeface="Righteous" panose="02010506000000020000" pitchFamily="2" charset="0"/>
      </a:defRPr>
    </a:lvl3pPr>
    <a:lvl4pPr marL="1371600" algn="l" defTabSz="914400" rtl="0" eaLnBrk="1" latinLnBrk="0" hangingPunct="1">
      <a:defRPr sz="1200" kern="1200">
        <a:solidFill>
          <a:schemeClr val="tx1"/>
        </a:solidFill>
        <a:latin typeface="Manrope SemiBold" charset="0"/>
        <a:ea typeface="Manrope SemiBold" charset="0"/>
        <a:cs typeface="Righteous" panose="02010506000000020000" pitchFamily="2" charset="0"/>
      </a:defRPr>
    </a:lvl4pPr>
    <a:lvl5pPr marL="1828800" algn="l" defTabSz="914400" rtl="0" eaLnBrk="1" latinLnBrk="0" hangingPunct="1">
      <a:defRPr sz="1200" kern="1200">
        <a:solidFill>
          <a:schemeClr val="tx1"/>
        </a:solidFill>
        <a:latin typeface="Manrope SemiBold" charset="0"/>
        <a:ea typeface="Manrope SemiBold" charset="0"/>
        <a:cs typeface="Righteous" panose="02010506000000020000" pitchFamily="2"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A0CABC1-8E6A-400E-8956-7144D6D7F716}" type="slidenum">
              <a:rPr lang="zh-CN" altLang="en-US" smtClean="0"/>
              <a:t>1</a:t>
            </a:fld>
            <a:endParaRPr lang="zh-CN" altLang="en-US"/>
          </a:p>
        </p:txBody>
      </p:sp>
    </p:spTree>
    <p:extLst>
      <p:ext uri="{BB962C8B-B14F-4D97-AF65-F5344CB8AC3E}">
        <p14:creationId xmlns:p14="http://schemas.microsoft.com/office/powerpoint/2010/main" val="3954592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A0CABC1-8E6A-400E-8956-7144D6D7F716}" type="slidenum">
              <a:rPr lang="zh-CN" altLang="en-US" smtClean="0"/>
              <a:t>3</a:t>
            </a:fld>
            <a:endParaRPr lang="zh-CN" altLang="en-US"/>
          </a:p>
        </p:txBody>
      </p:sp>
    </p:spTree>
    <p:extLst>
      <p:ext uri="{BB962C8B-B14F-4D97-AF65-F5344CB8AC3E}">
        <p14:creationId xmlns:p14="http://schemas.microsoft.com/office/powerpoint/2010/main" val="272395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A0CABC1-8E6A-400E-8956-7144D6D7F716}" type="slidenum">
              <a:rPr lang="zh-CN" altLang="en-US" smtClean="0"/>
              <a:t>4</a:t>
            </a:fld>
            <a:endParaRPr lang="zh-CN" altLang="en-US"/>
          </a:p>
        </p:txBody>
      </p:sp>
    </p:spTree>
    <p:extLst>
      <p:ext uri="{BB962C8B-B14F-4D97-AF65-F5344CB8AC3E}">
        <p14:creationId xmlns:p14="http://schemas.microsoft.com/office/powerpoint/2010/main" val="4132238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039BC-6B65-25AA-3A52-C84BBBC843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302367-157F-7CFC-4F91-2F6868C83F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B0C7B5-E7D2-5A3A-7E5F-50BFBD04C9D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7FFA01F-D06E-600B-9F47-58C5875C7837}"/>
              </a:ext>
            </a:extLst>
          </p:cNvPr>
          <p:cNvSpPr>
            <a:spLocks noGrp="1"/>
          </p:cNvSpPr>
          <p:nvPr>
            <p:ph type="sldNum" sz="quarter" idx="5"/>
          </p:nvPr>
        </p:nvSpPr>
        <p:spPr/>
        <p:txBody>
          <a:bodyPr/>
          <a:lstStyle/>
          <a:p>
            <a:fld id="{BA0CABC1-8E6A-400E-8956-7144D6D7F716}" type="slidenum">
              <a:rPr lang="zh-CN" altLang="en-US" smtClean="0"/>
              <a:t>5</a:t>
            </a:fld>
            <a:endParaRPr lang="zh-CN" altLang="en-US"/>
          </a:p>
        </p:txBody>
      </p:sp>
    </p:spTree>
    <p:extLst>
      <p:ext uri="{BB962C8B-B14F-4D97-AF65-F5344CB8AC3E}">
        <p14:creationId xmlns:p14="http://schemas.microsoft.com/office/powerpoint/2010/main" val="2574211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A0CABC1-8E6A-400E-8956-7144D6D7F716}" type="slidenum">
              <a:rPr lang="zh-CN" altLang="en-US" smtClean="0"/>
              <a:t>6</a:t>
            </a:fld>
            <a:endParaRPr lang="zh-CN" altLang="en-US"/>
          </a:p>
        </p:txBody>
      </p:sp>
    </p:spTree>
    <p:extLst>
      <p:ext uri="{BB962C8B-B14F-4D97-AF65-F5344CB8AC3E}">
        <p14:creationId xmlns:p14="http://schemas.microsoft.com/office/powerpoint/2010/main" val="3893938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A0CABC1-8E6A-400E-8956-7144D6D7F716}" type="slidenum">
              <a:rPr lang="zh-CN" altLang="en-US" smtClean="0"/>
              <a:t>7</a:t>
            </a:fld>
            <a:endParaRPr lang="zh-CN" altLang="en-US"/>
          </a:p>
        </p:txBody>
      </p:sp>
    </p:spTree>
    <p:extLst>
      <p:ext uri="{BB962C8B-B14F-4D97-AF65-F5344CB8AC3E}">
        <p14:creationId xmlns:p14="http://schemas.microsoft.com/office/powerpoint/2010/main" val="343867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25BE2-C717-C817-B621-651AF80990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808378-76BF-269F-BC2C-3BAC594015D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AC5AA97-32D4-E049-2E2A-4228B2F24CD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8C4E70A-17EB-F959-258B-B1BFAFD07207}"/>
              </a:ext>
            </a:extLst>
          </p:cNvPr>
          <p:cNvSpPr>
            <a:spLocks noGrp="1"/>
          </p:cNvSpPr>
          <p:nvPr>
            <p:ph type="sldNum" sz="quarter" idx="5"/>
          </p:nvPr>
        </p:nvSpPr>
        <p:spPr/>
        <p:txBody>
          <a:bodyPr/>
          <a:lstStyle/>
          <a:p>
            <a:fld id="{BA0CABC1-8E6A-400E-8956-7144D6D7F716}" type="slidenum">
              <a:rPr lang="zh-CN" altLang="en-US" smtClean="0"/>
              <a:t>8</a:t>
            </a:fld>
            <a:endParaRPr lang="zh-CN" altLang="en-US"/>
          </a:p>
        </p:txBody>
      </p:sp>
    </p:spTree>
    <p:extLst>
      <p:ext uri="{BB962C8B-B14F-4D97-AF65-F5344CB8AC3E}">
        <p14:creationId xmlns:p14="http://schemas.microsoft.com/office/powerpoint/2010/main" val="6359250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8CEC9-3AB6-9110-1569-7AEA42B96B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E06352-6230-9F6B-F016-E1AF861951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8E271F-9D8F-4679-6527-AED4835FB17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4E00026-C05F-A6A2-46EB-99AEBC96DCD8}"/>
              </a:ext>
            </a:extLst>
          </p:cNvPr>
          <p:cNvSpPr>
            <a:spLocks noGrp="1"/>
          </p:cNvSpPr>
          <p:nvPr>
            <p:ph type="sldNum" sz="quarter" idx="5"/>
          </p:nvPr>
        </p:nvSpPr>
        <p:spPr/>
        <p:txBody>
          <a:bodyPr/>
          <a:lstStyle/>
          <a:p>
            <a:fld id="{BA0CABC1-8E6A-400E-8956-7144D6D7F716}" type="slidenum">
              <a:rPr lang="zh-CN" altLang="en-US" smtClean="0"/>
              <a:t>9</a:t>
            </a:fld>
            <a:endParaRPr lang="zh-CN" altLang="en-US"/>
          </a:p>
        </p:txBody>
      </p:sp>
    </p:spTree>
    <p:extLst>
      <p:ext uri="{BB962C8B-B14F-4D97-AF65-F5344CB8AC3E}">
        <p14:creationId xmlns:p14="http://schemas.microsoft.com/office/powerpoint/2010/main" val="2611155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80DC4-2B5B-D9C4-5DB3-E87FA199E8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B0F5A3-C8DD-4010-6041-B35AD29032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E81B165-2054-1B2E-C1B6-894537BA51B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5E99BFB-696D-C658-BC60-DBB9D8232881}"/>
              </a:ext>
            </a:extLst>
          </p:cNvPr>
          <p:cNvSpPr>
            <a:spLocks noGrp="1"/>
          </p:cNvSpPr>
          <p:nvPr>
            <p:ph type="sldNum" sz="quarter" idx="5"/>
          </p:nvPr>
        </p:nvSpPr>
        <p:spPr/>
        <p:txBody>
          <a:bodyPr/>
          <a:lstStyle/>
          <a:p>
            <a:fld id="{BA0CABC1-8E6A-400E-8956-7144D6D7F716}" type="slidenum">
              <a:rPr lang="zh-CN" altLang="en-US" smtClean="0"/>
              <a:t>10</a:t>
            </a:fld>
            <a:endParaRPr lang="zh-CN" altLang="en-US"/>
          </a:p>
        </p:txBody>
      </p:sp>
    </p:spTree>
    <p:extLst>
      <p:ext uri="{BB962C8B-B14F-4D97-AF65-F5344CB8AC3E}">
        <p14:creationId xmlns:p14="http://schemas.microsoft.com/office/powerpoint/2010/main" val="8813650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E6416-CF6B-FAC7-DF10-2B8C03BFB9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D2499D-4A9A-4A93-2993-B7EBF9BEA1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1459158-D213-9127-3155-F86F3A308F9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7C62B78-868D-DCE1-86A7-D9B11111629E}"/>
              </a:ext>
            </a:extLst>
          </p:cNvPr>
          <p:cNvSpPr>
            <a:spLocks noGrp="1"/>
          </p:cNvSpPr>
          <p:nvPr>
            <p:ph type="sldNum" sz="quarter" idx="5"/>
          </p:nvPr>
        </p:nvSpPr>
        <p:spPr/>
        <p:txBody>
          <a:bodyPr/>
          <a:lstStyle/>
          <a:p>
            <a:fld id="{BA0CABC1-8E6A-400E-8956-7144D6D7F716}" type="slidenum">
              <a:rPr lang="zh-CN" altLang="en-US" smtClean="0"/>
              <a:t>11</a:t>
            </a:fld>
            <a:endParaRPr lang="zh-CN" altLang="en-US"/>
          </a:p>
        </p:txBody>
      </p:sp>
    </p:spTree>
    <p:extLst>
      <p:ext uri="{BB962C8B-B14F-4D97-AF65-F5344CB8AC3E}">
        <p14:creationId xmlns:p14="http://schemas.microsoft.com/office/powerpoint/2010/main" val="26659415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9AD0E-C24A-3E23-DB8A-30A14EED72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25EAB1-188A-511C-362C-A925B7D183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5C9392-E230-ED3C-2836-A09AD553E08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E4A88B2-FE2F-6051-0F20-70E9038689FD}"/>
              </a:ext>
            </a:extLst>
          </p:cNvPr>
          <p:cNvSpPr>
            <a:spLocks noGrp="1"/>
          </p:cNvSpPr>
          <p:nvPr>
            <p:ph type="sldNum" sz="quarter" idx="5"/>
          </p:nvPr>
        </p:nvSpPr>
        <p:spPr/>
        <p:txBody>
          <a:bodyPr/>
          <a:lstStyle/>
          <a:p>
            <a:fld id="{BA0CABC1-8E6A-400E-8956-7144D6D7F716}" type="slidenum">
              <a:rPr lang="zh-CN" altLang="en-US" smtClean="0"/>
              <a:t>12</a:t>
            </a:fld>
            <a:endParaRPr lang="zh-CN" altLang="en-US"/>
          </a:p>
        </p:txBody>
      </p:sp>
    </p:spTree>
    <p:extLst>
      <p:ext uri="{BB962C8B-B14F-4D97-AF65-F5344CB8AC3E}">
        <p14:creationId xmlns:p14="http://schemas.microsoft.com/office/powerpoint/2010/main" val="3183022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EDD0D-E4D9-C39E-54CF-9C39B73A0D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6EE338-7147-E282-63E1-ABEEA28EA8A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3F3F73-CE1D-E342-81E0-9A8BCA6DF7A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9BBCC77-7F5D-0DA0-751A-186244893787}"/>
              </a:ext>
            </a:extLst>
          </p:cNvPr>
          <p:cNvSpPr>
            <a:spLocks noGrp="1"/>
          </p:cNvSpPr>
          <p:nvPr>
            <p:ph type="sldNum" sz="quarter" idx="5"/>
          </p:nvPr>
        </p:nvSpPr>
        <p:spPr/>
        <p:txBody>
          <a:bodyPr/>
          <a:lstStyle/>
          <a:p>
            <a:fld id="{BA0CABC1-8E6A-400E-8956-7144D6D7F716}" type="slidenum">
              <a:rPr lang="zh-CN" altLang="en-US" smtClean="0"/>
              <a:t>13</a:t>
            </a:fld>
            <a:endParaRPr lang="zh-CN" altLang="en-US"/>
          </a:p>
        </p:txBody>
      </p:sp>
    </p:spTree>
    <p:extLst>
      <p:ext uri="{BB962C8B-B14F-4D97-AF65-F5344CB8AC3E}">
        <p14:creationId xmlns:p14="http://schemas.microsoft.com/office/powerpoint/2010/main" val="849226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A6028-1808-96E7-0551-863193D7AA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58FFBC-F536-6A53-68E4-134A60947C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483CF6-203D-1830-5007-D10F958AE07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54A386E-0804-61DE-9F1E-58AFAEEDEE76}"/>
              </a:ext>
            </a:extLst>
          </p:cNvPr>
          <p:cNvSpPr>
            <a:spLocks noGrp="1"/>
          </p:cNvSpPr>
          <p:nvPr>
            <p:ph type="sldNum" sz="quarter" idx="5"/>
          </p:nvPr>
        </p:nvSpPr>
        <p:spPr/>
        <p:txBody>
          <a:bodyPr/>
          <a:lstStyle/>
          <a:p>
            <a:fld id="{BA0CABC1-8E6A-400E-8956-7144D6D7F716}" type="slidenum">
              <a:rPr lang="zh-CN" altLang="en-US" smtClean="0"/>
              <a:t>14</a:t>
            </a:fld>
            <a:endParaRPr lang="zh-CN" altLang="en-US"/>
          </a:p>
        </p:txBody>
      </p:sp>
    </p:spTree>
    <p:extLst>
      <p:ext uri="{BB962C8B-B14F-4D97-AF65-F5344CB8AC3E}">
        <p14:creationId xmlns:p14="http://schemas.microsoft.com/office/powerpoint/2010/main" val="32426386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A0CABC1-8E6A-400E-8956-7144D6D7F716}" type="slidenum">
              <a:rPr lang="zh-CN" altLang="en-US" smtClean="0"/>
              <a:t>15</a:t>
            </a:fld>
            <a:endParaRPr lang="zh-CN" altLang="en-US"/>
          </a:p>
        </p:txBody>
      </p:sp>
    </p:spTree>
    <p:extLst>
      <p:ext uri="{BB962C8B-B14F-4D97-AF65-F5344CB8AC3E}">
        <p14:creationId xmlns:p14="http://schemas.microsoft.com/office/powerpoint/2010/main" val="1208720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A0CABC1-8E6A-400E-8956-7144D6D7F716}" type="slidenum">
              <a:rPr lang="zh-CN" altLang="en-US" smtClean="0"/>
              <a:t>16</a:t>
            </a:fld>
            <a:endParaRPr lang="zh-CN" altLang="en-US"/>
          </a:p>
        </p:txBody>
      </p:sp>
    </p:spTree>
    <p:extLst>
      <p:ext uri="{BB962C8B-B14F-4D97-AF65-F5344CB8AC3E}">
        <p14:creationId xmlns:p14="http://schemas.microsoft.com/office/powerpoint/2010/main" val="13166135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A0CABC1-8E6A-400E-8956-7144D6D7F716}" type="slidenum">
              <a:rPr lang="zh-CN" altLang="en-US" smtClean="0"/>
              <a:t>17</a:t>
            </a:fld>
            <a:endParaRPr lang="zh-CN" altLang="en-US"/>
          </a:p>
        </p:txBody>
      </p:sp>
    </p:spTree>
    <p:extLst>
      <p:ext uri="{BB962C8B-B14F-4D97-AF65-F5344CB8AC3E}">
        <p14:creationId xmlns:p14="http://schemas.microsoft.com/office/powerpoint/2010/main" val="3047161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CDA78-2B16-2FC5-B177-A0768B19A4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CD7D26-6466-4A04-9F15-FEF651DBA73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C350CD-632E-5801-3211-A08E034F7B9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A10F7AA-BCCE-0F57-FDEA-609FA9B2DB93}"/>
              </a:ext>
            </a:extLst>
          </p:cNvPr>
          <p:cNvSpPr>
            <a:spLocks noGrp="1"/>
          </p:cNvSpPr>
          <p:nvPr>
            <p:ph type="sldNum" sz="quarter" idx="5"/>
          </p:nvPr>
        </p:nvSpPr>
        <p:spPr/>
        <p:txBody>
          <a:bodyPr/>
          <a:lstStyle/>
          <a:p>
            <a:fld id="{BA0CABC1-8E6A-400E-8956-7144D6D7F716}" type="slidenum">
              <a:rPr lang="zh-CN" altLang="en-US" smtClean="0"/>
              <a:t>18</a:t>
            </a:fld>
            <a:endParaRPr lang="zh-CN" altLang="en-US"/>
          </a:p>
        </p:txBody>
      </p:sp>
    </p:spTree>
    <p:extLst>
      <p:ext uri="{BB962C8B-B14F-4D97-AF65-F5344CB8AC3E}">
        <p14:creationId xmlns:p14="http://schemas.microsoft.com/office/powerpoint/2010/main" val="2881828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60ED907-C148-4387-B23E-6A2E856724F0}" type="datetimeFigureOut">
              <a:rPr lang="zh-CN" altLang="en-US" smtClean="0"/>
              <a:t>2024/12/22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8B00B0-DAB4-4FA0-9192-B9927022676A}"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60ED907-C148-4387-B23E-6A2E856724F0}" type="datetimeFigureOut">
              <a:rPr lang="zh-CN" altLang="en-US" smtClean="0"/>
              <a:t>2024/12/22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8B00B0-DAB4-4FA0-9192-B9927022676A}"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60ED907-C148-4387-B23E-6A2E856724F0}" type="datetimeFigureOut">
              <a:rPr lang="zh-CN" altLang="en-US" smtClean="0"/>
              <a:t>2024/12/22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8B00B0-DAB4-4FA0-9192-B9927022676A}"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60ED907-C148-4387-B23E-6A2E856724F0}" type="datetimeFigureOut">
              <a:rPr lang="zh-CN" altLang="en-US" smtClean="0"/>
              <a:t>2024/12/22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18B00B0-DAB4-4FA0-9192-B9927022676A}"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60ED907-C148-4387-B23E-6A2E856724F0}" type="datetimeFigureOut">
              <a:rPr lang="zh-CN" altLang="en-US" smtClean="0"/>
              <a:t>2024/12/22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18B00B0-DAB4-4FA0-9192-B9927022676A}"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60ED907-C148-4387-B23E-6A2E856724F0}" type="datetimeFigureOut">
              <a:rPr lang="zh-CN" altLang="en-US" smtClean="0"/>
              <a:t>2024/12/22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18B00B0-DAB4-4FA0-9192-B9927022676A}"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60ED907-C148-4387-B23E-6A2E856724F0}" type="datetimeFigureOut">
              <a:rPr lang="zh-CN" altLang="en-US" smtClean="0"/>
              <a:t>2024/12/22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18B00B0-DAB4-4FA0-9192-B9927022676A}"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60ED907-C148-4387-B23E-6A2E856724F0}" type="datetimeFigureOut">
              <a:rPr lang="zh-CN" altLang="en-US" smtClean="0"/>
              <a:t>2024/12/22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18B00B0-DAB4-4FA0-9192-B9927022676A}"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60ED907-C148-4387-B23E-6A2E856724F0}" type="datetimeFigureOut">
              <a:rPr lang="zh-CN" altLang="en-US" smtClean="0"/>
              <a:t>2024/12/22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18B00B0-DAB4-4FA0-9192-B9927022676A}"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60ED907-C148-4387-B23E-6A2E856724F0}" type="datetimeFigureOut">
              <a:rPr lang="zh-CN" altLang="en-US" smtClean="0"/>
              <a:t>2024/12/22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8B00B0-DAB4-4FA0-9192-B9927022676A}"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60ED907-C148-4387-B23E-6A2E856724F0}" type="datetimeFigureOut">
              <a:rPr lang="zh-CN" altLang="en-US" smtClean="0"/>
              <a:t>2024/12/22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8B00B0-DAB4-4FA0-9192-B9927022676A}"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6.svg"/><Relationship Id="rId3" Type="http://schemas.openxmlformats.org/officeDocument/2006/relationships/slideLayout" Target="../slideLayouts/slideLayout3.xml"/><Relationship Id="rId21" Type="http://schemas.openxmlformats.org/officeDocument/2006/relationships/image" Target="../media/image9.png"/><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svg"/><Relationship Id="rId20" Type="http://schemas.openxmlformats.org/officeDocument/2006/relationships/image" Target="../media/image8.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image" Target="../media/image7.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 Id="rId22" Type="http://schemas.openxmlformats.org/officeDocument/2006/relationships/image" Target="../media/image10.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Manrope SemiBold" charset="0"/>
                <a:cs typeface="Righteous" panose="02010506000000020000" pitchFamily="2" charset="0"/>
              </a:defRPr>
            </a:lvl1pPr>
          </a:lstStyle>
          <a:p>
            <a:fld id="{260ED907-C148-4387-B23E-6A2E856724F0}" type="datetimeFigureOut">
              <a:rPr lang="zh-CN" altLang="en-US" smtClean="0"/>
              <a:t>2024/12/22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Manrope SemiBold" charset="0"/>
                <a:cs typeface="Righteous" panose="02010506000000020000" pitchFamily="2"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Manrope SemiBold" charset="0"/>
                <a:cs typeface="Righteous" panose="02010506000000020000" pitchFamily="2" charset="0"/>
              </a:defRPr>
            </a:lvl1pPr>
          </a:lstStyle>
          <a:p>
            <a:fld id="{C18B00B0-DAB4-4FA0-9192-B9927022676A}" type="slidenum">
              <a:rPr lang="zh-CN" altLang="en-US" smtClean="0"/>
              <a:t>‹#›</a:t>
            </a:fld>
            <a:endParaRPr lang="zh-CN" altLang="en-US"/>
          </a:p>
        </p:txBody>
      </p:sp>
      <p:grpSp>
        <p:nvGrpSpPr>
          <p:cNvPr id="7" name="组合 6"/>
          <p:cNvGrpSpPr/>
          <p:nvPr userDrawn="1"/>
        </p:nvGrpSpPr>
        <p:grpSpPr>
          <a:xfrm>
            <a:off x="-11151" y="-13201"/>
            <a:ext cx="12203151" cy="6871201"/>
            <a:chOff x="-11151" y="-13201"/>
            <a:chExt cx="12203151" cy="6871201"/>
          </a:xfrm>
        </p:grpSpPr>
        <p:grpSp>
          <p:nvGrpSpPr>
            <p:cNvPr id="8" name="组合 7"/>
            <p:cNvGrpSpPr/>
            <p:nvPr/>
          </p:nvGrpSpPr>
          <p:grpSpPr>
            <a:xfrm>
              <a:off x="-11151" y="-13201"/>
              <a:ext cx="12203151" cy="6871201"/>
              <a:chOff x="-11151" y="-13201"/>
              <a:chExt cx="12203151" cy="6871201"/>
            </a:xfrm>
          </p:grpSpPr>
          <p:grpSp>
            <p:nvGrpSpPr>
              <p:cNvPr id="10" name="组合 9"/>
              <p:cNvGrpSpPr/>
              <p:nvPr/>
            </p:nvGrpSpPr>
            <p:grpSpPr>
              <a:xfrm>
                <a:off x="-11151" y="-13201"/>
                <a:ext cx="12203151" cy="6871201"/>
                <a:chOff x="-11151" y="-13201"/>
                <a:chExt cx="12203151" cy="6871201"/>
              </a:xfrm>
            </p:grpSpPr>
            <p:grpSp>
              <p:nvGrpSpPr>
                <p:cNvPr id="12" name="组合 11"/>
                <p:cNvGrpSpPr/>
                <p:nvPr/>
              </p:nvGrpSpPr>
              <p:grpSpPr>
                <a:xfrm>
                  <a:off x="-11151" y="-13201"/>
                  <a:ext cx="12203151" cy="6871201"/>
                  <a:chOff x="-11151" y="-13201"/>
                  <a:chExt cx="12203151" cy="6871201"/>
                </a:xfrm>
              </p:grpSpPr>
              <p:pic>
                <p:nvPicPr>
                  <p:cNvPr id="15" name="图形 14"/>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 y="0"/>
                    <a:ext cx="12192001" cy="6858000"/>
                  </a:xfrm>
                  <a:prstGeom prst="rect">
                    <a:avLst/>
                  </a:prstGeom>
                </p:spPr>
              </p:pic>
              <p:pic>
                <p:nvPicPr>
                  <p:cNvPr id="16" name="图形 15"/>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flipH="1">
                    <a:off x="-9434" y="6152430"/>
                    <a:ext cx="12201433" cy="705570"/>
                  </a:xfrm>
                  <a:prstGeom prst="rect">
                    <a:avLst/>
                  </a:prstGeom>
                </p:spPr>
              </p:pic>
              <p:pic>
                <p:nvPicPr>
                  <p:cNvPr id="17" name="图形 16"/>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1151" y="-13201"/>
                    <a:ext cx="3248301" cy="1892801"/>
                  </a:xfrm>
                  <a:prstGeom prst="rect">
                    <a:avLst/>
                  </a:prstGeom>
                </p:spPr>
              </p:pic>
            </p:grpSp>
            <p:sp>
              <p:nvSpPr>
                <p:cNvPr id="13" name="矩形: 圆角 12"/>
                <p:cNvSpPr/>
                <p:nvPr/>
              </p:nvSpPr>
              <p:spPr>
                <a:xfrm>
                  <a:off x="76973" y="75949"/>
                  <a:ext cx="12026903" cy="6692900"/>
                </a:xfrm>
                <a:prstGeom prst="roundRect">
                  <a:avLst>
                    <a:gd name="adj" fmla="val 0"/>
                  </a:avLst>
                </a:prstGeom>
                <a:solidFill>
                  <a:srgbClr val="FF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a typeface="Manrope SemiBold" charset="0"/>
                    <a:cs typeface="Righteous" panose="02010506000000020000" pitchFamily="2" charset="0"/>
                  </a:endParaRPr>
                </a:p>
              </p:txBody>
            </p:sp>
            <p:pic>
              <p:nvPicPr>
                <p:cNvPr id="14" name="图形 13"/>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flipH="1">
                  <a:off x="10981144" y="1"/>
                  <a:ext cx="1210854" cy="705570"/>
                </a:xfrm>
                <a:prstGeom prst="rect">
                  <a:avLst/>
                </a:prstGeom>
              </p:spPr>
            </p:pic>
          </p:grpSp>
          <p:sp>
            <p:nvSpPr>
              <p:cNvPr id="11" name="矩形 10"/>
              <p:cNvSpPr/>
              <p:nvPr/>
            </p:nvSpPr>
            <p:spPr>
              <a:xfrm>
                <a:off x="11338435" y="63248"/>
                <a:ext cx="829715" cy="523220"/>
              </a:xfrm>
              <a:prstGeom prst="rect">
                <a:avLst/>
              </a:prstGeom>
            </p:spPr>
            <p:txBody>
              <a:bodyPr wrap="square">
                <a:spAutoFit/>
              </a:bodyPr>
              <a:lstStyle/>
              <a:p>
                <a:pPr algn="ctr"/>
                <a:r>
                  <a:rPr lang="en-US" altLang="zh-CN" sz="1400" dirty="0">
                    <a:solidFill>
                      <a:schemeClr val="bg1"/>
                    </a:solidFill>
                    <a:latin typeface="Righteous" panose="02010506000000020000" pitchFamily="2" charset="0"/>
                    <a:ea typeface="Manrope SemiBold" charset="0"/>
                    <a:cs typeface="Righteous" panose="02010506000000020000" pitchFamily="2" charset="0"/>
                  </a:rPr>
                  <a:t>Middle School</a:t>
                </a:r>
                <a:endParaRPr lang="zh-CN" altLang="en-US" sz="1400" dirty="0">
                  <a:solidFill>
                    <a:schemeClr val="bg1"/>
                  </a:solidFill>
                  <a:latin typeface="Righteous" panose="02010506000000020000" pitchFamily="2" charset="0"/>
                  <a:ea typeface="Manrope SemiBold" charset="0"/>
                  <a:cs typeface="Righteous" panose="02010506000000020000" pitchFamily="2" charset="0"/>
                </a:endParaRPr>
              </a:p>
            </p:txBody>
          </p:sp>
        </p:grpSp>
        <p:pic>
          <p:nvPicPr>
            <p:cNvPr id="9" name="图形 8"/>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70884" y="192283"/>
              <a:ext cx="656216" cy="788370"/>
            </a:xfrm>
            <a:prstGeom prst="rect">
              <a:avLst/>
            </a:prstGeom>
          </p:spPr>
        </p:pic>
      </p:grpSp>
      <p:pic>
        <p:nvPicPr>
          <p:cNvPr id="18" name="图形 17"/>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11436058" y="6159500"/>
            <a:ext cx="654342" cy="5969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Righteous" panose="02010506000000020000" pitchFamily="2" charset="0"/>
          <a:ea typeface="Righteous" panose="02010506000000020000" pitchFamily="2" charset="0"/>
          <a:cs typeface="Righteous" panose="0201050600000002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anrope SemiBold" charset="0"/>
          <a:cs typeface="Righteous" panose="0201050600000002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anrope SemiBold" charset="0"/>
          <a:cs typeface="Righteous" panose="0201050600000002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anrope SemiBold" charset="0"/>
          <a:cs typeface="Righteous" panose="0201050600000002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anrope SemiBold" charset="0"/>
          <a:cs typeface="Righteous" panose="0201050600000002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anrope SemiBold" charset="0"/>
          <a:cs typeface="Righteous" panose="0201050600000002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1.xml"/><Relationship Id="rId16"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8.svg"/><Relationship Id="rId11" Type="http://schemas.openxmlformats.org/officeDocument/2006/relationships/image" Target="../media/image15.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4.svg"/><Relationship Id="rId4" Type="http://schemas.openxmlformats.org/officeDocument/2006/relationships/image" Target="../media/image2.svg"/><Relationship Id="rId9" Type="http://schemas.openxmlformats.org/officeDocument/2006/relationships/image" Target="../media/image13.png"/><Relationship Id="rId14" Type="http://schemas.openxmlformats.org/officeDocument/2006/relationships/image" Target="../media/image6.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image" Target="../media/image1.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notesSlide" Target="../notesSlides/notesSlide2.xml"/><Relationship Id="rId16" Type="http://schemas.openxmlformats.org/officeDocument/2006/relationships/image" Target="../media/image29.svg"/><Relationship Id="rId1" Type="http://schemas.openxmlformats.org/officeDocument/2006/relationships/slideLayout" Target="../slideLayouts/slideLayout1.xml"/><Relationship Id="rId6" Type="http://schemas.openxmlformats.org/officeDocument/2006/relationships/image" Target="../media/image6.svg"/><Relationship Id="rId11" Type="http://schemas.openxmlformats.org/officeDocument/2006/relationships/image" Target="../media/image24.png"/><Relationship Id="rId5" Type="http://schemas.openxmlformats.org/officeDocument/2006/relationships/image" Target="../media/image5.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2.svg"/><Relationship Id="rId9" Type="http://schemas.openxmlformats.org/officeDocument/2006/relationships/image" Target="../media/image22.png"/><Relationship Id="rId14" Type="http://schemas.openxmlformats.org/officeDocument/2006/relationships/image" Target="../media/image27.svg"/></Relationships>
</file>

<file path=ppt/slides/_rels/slide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svg"/><Relationship Id="rId11" Type="http://schemas.openxmlformats.org/officeDocument/2006/relationships/image" Target="../media/image34.png"/><Relationship Id="rId5" Type="http://schemas.openxmlformats.org/officeDocument/2006/relationships/image" Target="../media/image5.png"/><Relationship Id="rId10" Type="http://schemas.openxmlformats.org/officeDocument/2006/relationships/image" Target="../media/image33.png"/><Relationship Id="rId4" Type="http://schemas.openxmlformats.org/officeDocument/2006/relationships/image" Target="../media/image2.svg"/><Relationship Id="rId9" Type="http://schemas.openxmlformats.org/officeDocument/2006/relationships/image" Target="../media/image32.png"/></Relationships>
</file>

<file path=ppt/slides/_rels/slide5.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png"/><Relationship Id="rId7" Type="http://schemas.openxmlformats.org/officeDocument/2006/relationships/image" Target="../media/image20.png"/><Relationship Id="rId12"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svg"/><Relationship Id="rId11" Type="http://schemas.openxmlformats.org/officeDocument/2006/relationships/image" Target="../media/image37.png"/><Relationship Id="rId5" Type="http://schemas.openxmlformats.org/officeDocument/2006/relationships/image" Target="../media/image5.png"/><Relationship Id="rId10" Type="http://schemas.openxmlformats.org/officeDocument/2006/relationships/image" Target="../media/image36.png"/><Relationship Id="rId4" Type="http://schemas.openxmlformats.org/officeDocument/2006/relationships/image" Target="../media/image2.svg"/><Relationship Id="rId9" Type="http://schemas.openxmlformats.org/officeDocument/2006/relationships/image" Target="../media/image3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0.svg"/></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0.svg"/></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0.sv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0.sv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0.sv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0.sv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0.sv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0.svg"/></Relationships>
</file>

<file path=ppt/slides/_rels/slide1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41.png"/><Relationship Id="rId7"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6.svg"/></Relationships>
</file>

<file path=ppt/slides/_rels/slide17.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18.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20.png"/><Relationship Id="rId12" Type="http://schemas.openxmlformats.org/officeDocument/2006/relationships/image" Target="../media/image12.svg"/><Relationship Id="rId2" Type="http://schemas.openxmlformats.org/officeDocument/2006/relationships/notesSlide" Target="../notesSlides/notesSlide17.xml"/><Relationship Id="rId16" Type="http://schemas.openxmlformats.org/officeDocument/2006/relationships/image" Target="../media/image16.svg"/><Relationship Id="rId1" Type="http://schemas.openxmlformats.org/officeDocument/2006/relationships/slideLayout" Target="../slideLayouts/slideLayout1.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形 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 y="0"/>
            <a:ext cx="12192001" cy="6858000"/>
          </a:xfrm>
          <a:prstGeom prst="rect">
            <a:avLst/>
          </a:prstGeom>
        </p:spPr>
      </p:pic>
      <p:pic>
        <p:nvPicPr>
          <p:cNvPr id="60" name="图形 59"/>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443" y="1130967"/>
            <a:ext cx="884915" cy="1063127"/>
          </a:xfrm>
          <a:prstGeom prst="rect">
            <a:avLst/>
          </a:prstGeom>
        </p:spPr>
      </p:pic>
      <p:pic>
        <p:nvPicPr>
          <p:cNvPr id="61" name="图形 60"/>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59287" y="1131130"/>
            <a:ext cx="4621482" cy="4310995"/>
          </a:xfrm>
          <a:prstGeom prst="rect">
            <a:avLst/>
          </a:prstGeom>
        </p:spPr>
      </p:pic>
      <p:pic>
        <p:nvPicPr>
          <p:cNvPr id="62" name="图形 61"/>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72658" y="3934079"/>
            <a:ext cx="840201" cy="2462372"/>
          </a:xfrm>
          <a:prstGeom prst="rect">
            <a:avLst/>
          </a:prstGeom>
        </p:spPr>
      </p:pic>
      <p:pic>
        <p:nvPicPr>
          <p:cNvPr id="63" name="图形 62"/>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97895" y="4038651"/>
            <a:ext cx="2814449" cy="2357800"/>
          </a:xfrm>
          <a:prstGeom prst="rect">
            <a:avLst/>
          </a:prstGeom>
        </p:spPr>
      </p:pic>
      <p:sp>
        <p:nvSpPr>
          <p:cNvPr id="64" name="矩形: 圆角 63"/>
          <p:cNvSpPr/>
          <p:nvPr/>
        </p:nvSpPr>
        <p:spPr>
          <a:xfrm>
            <a:off x="888365" y="464820"/>
            <a:ext cx="4448175" cy="666115"/>
          </a:xfrm>
          <a:prstGeom prst="roundRect">
            <a:avLst>
              <a:gd name="adj" fmla="val 50000"/>
            </a:avLst>
          </a:prstGeom>
          <a:solidFill>
            <a:srgbClr val="A38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dirty="0">
                <a:latin typeface="Righteous" panose="02010506000000020000" pitchFamily="2" charset="0"/>
                <a:cs typeface="Righteous" panose="02010506000000020000" pitchFamily="2" charset="0"/>
              </a:rPr>
              <a:t>Mentored By: </a:t>
            </a:r>
            <a:r>
              <a:rPr lang="en-IN" altLang="en-US" dirty="0" err="1">
                <a:latin typeface="Righteous" panose="02010506000000020000" pitchFamily="2" charset="0"/>
                <a:cs typeface="Righteous" panose="02010506000000020000" pitchFamily="2" charset="0"/>
              </a:rPr>
              <a:t>Dr.K.Vijay</a:t>
            </a:r>
            <a:r>
              <a:rPr lang="en-IN" altLang="en-US" dirty="0">
                <a:latin typeface="Righteous" panose="02010506000000020000" pitchFamily="2" charset="0"/>
                <a:cs typeface="Righteous" panose="02010506000000020000" pitchFamily="2" charset="0"/>
              </a:rPr>
              <a:t> Chandra</a:t>
            </a:r>
          </a:p>
        </p:txBody>
      </p:sp>
      <p:sp>
        <p:nvSpPr>
          <p:cNvPr id="66" name="矩形 65"/>
          <p:cNvSpPr/>
          <p:nvPr/>
        </p:nvSpPr>
        <p:spPr>
          <a:xfrm>
            <a:off x="6134100" y="3274060"/>
            <a:ext cx="4968240" cy="791845"/>
          </a:xfrm>
          <a:prstGeom prst="rect">
            <a:avLst/>
          </a:prstGeom>
        </p:spPr>
        <p:txBody>
          <a:bodyPr wrap="square">
            <a:noAutofit/>
          </a:bodyPr>
          <a:lstStyle/>
          <a:p>
            <a:pPr algn="dist"/>
            <a:endParaRPr lang="zh-CN" altLang="en-US" dirty="0">
              <a:solidFill>
                <a:srgbClr val="FF9693"/>
              </a:solidFill>
              <a:latin typeface="Righteous" panose="02010506000000020000" pitchFamily="2" charset="0"/>
              <a:cs typeface="Righteous" panose="02010506000000020000" pitchFamily="2" charset="0"/>
            </a:endParaRPr>
          </a:p>
        </p:txBody>
      </p:sp>
      <p:sp>
        <p:nvSpPr>
          <p:cNvPr id="68" name="矩形 67"/>
          <p:cNvSpPr/>
          <p:nvPr/>
        </p:nvSpPr>
        <p:spPr>
          <a:xfrm>
            <a:off x="6397625" y="4078605"/>
            <a:ext cx="5038725" cy="938530"/>
          </a:xfrm>
          <a:prstGeom prst="rect">
            <a:avLst/>
          </a:prstGeom>
        </p:spPr>
        <p:txBody>
          <a:bodyPr wrap="square">
            <a:noAutofit/>
          </a:bodyPr>
          <a:lstStyle/>
          <a:p>
            <a:pPr>
              <a:lnSpc>
                <a:spcPct val="150000"/>
              </a:lnSpc>
            </a:pPr>
            <a:r>
              <a:rPr lang="zh-CN" altLang="en-US" sz="1050" dirty="0">
                <a:solidFill>
                  <a:schemeClr val="tx1">
                    <a:lumMod val="75000"/>
                    <a:lumOff val="25000"/>
                  </a:schemeClr>
                </a:solidFill>
                <a:cs typeface="Manrope SemiBold" charset="0"/>
              </a:rPr>
              <a:t> </a:t>
            </a:r>
            <a:r>
              <a:rPr lang="zh-CN" altLang="en-US" sz="2000" dirty="0">
                <a:solidFill>
                  <a:schemeClr val="accent4"/>
                </a:solidFill>
                <a:cs typeface="Manrope SemiBold" charset="0"/>
              </a:rPr>
              <a:t>Addressing Educational Inequality in Urban Low-Income Communities</a:t>
            </a:r>
          </a:p>
        </p:txBody>
      </p:sp>
      <p:pic>
        <p:nvPicPr>
          <p:cNvPr id="72" name="图形 71"/>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flipH="1">
            <a:off x="10896600" y="1"/>
            <a:ext cx="1295398" cy="754834"/>
          </a:xfrm>
          <a:prstGeom prst="rect">
            <a:avLst/>
          </a:prstGeom>
        </p:spPr>
      </p:pic>
      <p:sp>
        <p:nvSpPr>
          <p:cNvPr id="2" name="Rectangle 1">
            <a:extLst>
              <a:ext uri="{FF2B5EF4-FFF2-40B4-BE49-F238E27FC236}">
                <a16:creationId xmlns:a16="http://schemas.microsoft.com/office/drawing/2014/main" id="{E9511CF3-928C-55C4-1A5B-315F6161E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reeform: Shape 2">
            <a:extLst>
              <a:ext uri="{FF2B5EF4-FFF2-40B4-BE49-F238E27FC236}">
                <a16:creationId xmlns:a16="http://schemas.microsoft.com/office/drawing/2014/main" id="{10C40C3F-79AB-64A6-C8DE-D157F6D0C2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Shape 3">
            <a:extLst>
              <a:ext uri="{FF2B5EF4-FFF2-40B4-BE49-F238E27FC236}">
                <a16:creationId xmlns:a16="http://schemas.microsoft.com/office/drawing/2014/main" id="{831A1587-D112-9E78-58C5-7034083A5F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0195D822-CB92-EA01-EEF9-A5EEB0897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Rectangle 7">
            <a:extLst>
              <a:ext uri="{FF2B5EF4-FFF2-40B4-BE49-F238E27FC236}">
                <a16:creationId xmlns:a16="http://schemas.microsoft.com/office/drawing/2014/main" id="{BC71CB26-45C8-A2E3-7416-1200ED369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F992D3E-1002-AE3B-C006-07F4FD06FF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Rectangle 9">
            <a:extLst>
              <a:ext uri="{FF2B5EF4-FFF2-40B4-BE49-F238E27FC236}">
                <a16:creationId xmlns:a16="http://schemas.microsoft.com/office/drawing/2014/main" id="{B730B7E7-5AAB-092A-B46D-434E700D46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11" name="Freeform: Shape 10">
            <a:extLst>
              <a:ext uri="{FF2B5EF4-FFF2-40B4-BE49-F238E27FC236}">
                <a16:creationId xmlns:a16="http://schemas.microsoft.com/office/drawing/2014/main" id="{A7777144-7D8B-B7C2-9F0C-32F753611B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962E5838-BFB5-B7B2-5F45-16F8C16857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3" name="Subtitle 2">
            <a:extLst>
              <a:ext uri="{FF2B5EF4-FFF2-40B4-BE49-F238E27FC236}">
                <a16:creationId xmlns:a16="http://schemas.microsoft.com/office/drawing/2014/main" id="{8A47C84C-33D7-BBC7-C689-B37E772AE71B}"/>
              </a:ext>
            </a:extLst>
          </p:cNvPr>
          <p:cNvSpPr>
            <a:spLocks noGrp="1"/>
          </p:cNvSpPr>
          <p:nvPr>
            <p:ph type="subTitle" idx="1"/>
          </p:nvPr>
        </p:nvSpPr>
        <p:spPr>
          <a:xfrm>
            <a:off x="9234107" y="4823784"/>
            <a:ext cx="3059928" cy="938530"/>
          </a:xfrm>
          <a:noFill/>
        </p:spPr>
        <p:txBody>
          <a:bodyPr>
            <a:noAutofit/>
          </a:bodyPr>
          <a:lstStyle/>
          <a:p>
            <a:r>
              <a:rPr lang="en-US" sz="1800" dirty="0">
                <a:solidFill>
                  <a:srgbClr val="080808"/>
                </a:solidFill>
              </a:rPr>
              <a:t>WA-1</a:t>
            </a:r>
          </a:p>
          <a:p>
            <a:r>
              <a:rPr lang="en-US" sz="1400" dirty="0">
                <a:solidFill>
                  <a:srgbClr val="080808"/>
                </a:solidFill>
              </a:rPr>
              <a:t>1. VAMSHI – 23071A05H0 – CSE C</a:t>
            </a:r>
          </a:p>
          <a:p>
            <a:r>
              <a:rPr lang="en-US" sz="1400" dirty="0">
                <a:solidFill>
                  <a:srgbClr val="080808"/>
                </a:solidFill>
              </a:rPr>
              <a:t>2. HIMANADH-23071A05A0-IT</a:t>
            </a:r>
          </a:p>
          <a:p>
            <a:r>
              <a:rPr lang="en-US" sz="1400" dirty="0">
                <a:solidFill>
                  <a:srgbClr val="080808"/>
                </a:solidFill>
              </a:rPr>
              <a:t>3. JISHNU-23071A05C9-IT</a:t>
            </a:r>
          </a:p>
          <a:p>
            <a:r>
              <a:rPr lang="en-IN" altLang="en-US" sz="1600" dirty="0">
                <a:latin typeface="Righteous" panose="02010506000000020000" pitchFamily="2" charset="0"/>
                <a:cs typeface="Righteous" panose="02010506000000020000" pitchFamily="2" charset="0"/>
              </a:rPr>
              <a:t>Mentored By: </a:t>
            </a:r>
          </a:p>
          <a:p>
            <a:r>
              <a:rPr lang="en-IN" altLang="en-US" sz="1600" dirty="0" err="1">
                <a:latin typeface="Righteous" panose="02010506000000020000" pitchFamily="2" charset="0"/>
                <a:cs typeface="Righteous" panose="02010506000000020000" pitchFamily="2" charset="0"/>
              </a:rPr>
              <a:t>Dr.K.Vijay</a:t>
            </a:r>
            <a:r>
              <a:rPr lang="en-IN" altLang="en-US" sz="1600" dirty="0">
                <a:latin typeface="Righteous" panose="02010506000000020000" pitchFamily="2" charset="0"/>
                <a:cs typeface="Righteous" panose="02010506000000020000" pitchFamily="2" charset="0"/>
              </a:rPr>
              <a:t> Chandra</a:t>
            </a:r>
          </a:p>
        </p:txBody>
      </p:sp>
      <p:sp>
        <p:nvSpPr>
          <p:cNvPr id="14" name="Title 1">
            <a:extLst>
              <a:ext uri="{FF2B5EF4-FFF2-40B4-BE49-F238E27FC236}">
                <a16:creationId xmlns:a16="http://schemas.microsoft.com/office/drawing/2014/main" id="{B46E92D8-D669-4BF9-C99C-C16B849FAB1A}"/>
              </a:ext>
            </a:extLst>
          </p:cNvPr>
          <p:cNvSpPr>
            <a:spLocks noGrp="1"/>
          </p:cNvSpPr>
          <p:nvPr>
            <p:ph type="ctrTitle"/>
          </p:nvPr>
        </p:nvSpPr>
        <p:spPr>
          <a:xfrm>
            <a:off x="3204642" y="2353641"/>
            <a:ext cx="5782716" cy="2150719"/>
          </a:xfrm>
          <a:noFill/>
        </p:spPr>
        <p:txBody>
          <a:bodyPr anchor="ctr">
            <a:normAutofit fontScale="90000"/>
          </a:bodyPr>
          <a:lstStyle/>
          <a:p>
            <a:r>
              <a:rPr lang="en-US" sz="3600" dirty="0">
                <a:solidFill>
                  <a:srgbClr val="080808"/>
                </a:solidFill>
              </a:rPr>
              <a:t>PROBLEM STATEMENT</a:t>
            </a:r>
            <a:br>
              <a:rPr lang="en-US" sz="3600" dirty="0">
                <a:solidFill>
                  <a:srgbClr val="080808"/>
                </a:solidFill>
              </a:rPr>
            </a:br>
            <a:r>
              <a:rPr lang="en-IN" altLang="zh-CN" sz="3600" dirty="0">
                <a:solidFill>
                  <a:srgbClr val="FF8F8F"/>
                </a:solidFill>
                <a:latin typeface="Righteous" panose="02010506000000020000" pitchFamily="2" charset="0"/>
                <a:cs typeface="Righteous" panose="02010506000000020000" pitchFamily="2" charset="0"/>
              </a:rPr>
              <a:t>EDUCATION EQUITY</a:t>
            </a:r>
            <a:br>
              <a:rPr lang="en-US" sz="3600" dirty="0">
                <a:solidFill>
                  <a:srgbClr val="080808"/>
                </a:solidFill>
              </a:rPr>
            </a:br>
            <a:r>
              <a:rPr lang="en-US" sz="3600" dirty="0">
                <a:solidFill>
                  <a:srgbClr val="080808"/>
                </a:solidFill>
              </a:rPr>
              <a:t> </a:t>
            </a:r>
            <a:r>
              <a:rPr lang="en-IN" altLang="en-US" sz="3600" dirty="0">
                <a:solidFill>
                  <a:schemeClr val="tx1">
                    <a:lumMod val="65000"/>
                    <a:lumOff val="35000"/>
                  </a:schemeClr>
                </a:solidFill>
              </a:rPr>
              <a:t>In many urban areas, low-income groups have limited access to quality education, leading to persistent economic inequality</a:t>
            </a:r>
            <a:endParaRPr lang="en-US" sz="3600" dirty="0">
              <a:solidFill>
                <a:srgbClr val="080808"/>
              </a:solidFill>
            </a:endParaRPr>
          </a:p>
        </p:txBody>
      </p:sp>
      <p:sp>
        <p:nvSpPr>
          <p:cNvPr id="15" name="Freeform: Shape 14">
            <a:extLst>
              <a:ext uri="{FF2B5EF4-FFF2-40B4-BE49-F238E27FC236}">
                <a16:creationId xmlns:a16="http://schemas.microsoft.com/office/drawing/2014/main" id="{38D87076-9C5C-2C7A-A66A-2F7BF8FE2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9EA86EFF-2CD7-F60F-8641-105D2468E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7" name="Picture 16">
            <a:extLst>
              <a:ext uri="{FF2B5EF4-FFF2-40B4-BE49-F238E27FC236}">
                <a16:creationId xmlns:a16="http://schemas.microsoft.com/office/drawing/2014/main" id="{3D2E9278-EB4A-129C-0F08-137DF10E134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06401" y="225299"/>
            <a:ext cx="1025782" cy="1157609"/>
          </a:xfrm>
          <a:prstGeom prst="rect">
            <a:avLst/>
          </a:prstGeom>
        </p:spPr>
      </p:pic>
      <p:sp>
        <p:nvSpPr>
          <p:cNvPr id="18" name="TextBox 17">
            <a:extLst>
              <a:ext uri="{FF2B5EF4-FFF2-40B4-BE49-F238E27FC236}">
                <a16:creationId xmlns:a16="http://schemas.microsoft.com/office/drawing/2014/main" id="{A008763D-CE8B-C32A-E5B7-501FF9F0DEBC}"/>
              </a:ext>
            </a:extLst>
          </p:cNvPr>
          <p:cNvSpPr txBox="1"/>
          <p:nvPr/>
        </p:nvSpPr>
        <p:spPr>
          <a:xfrm>
            <a:off x="185516" y="5572999"/>
            <a:ext cx="4009944" cy="646331"/>
          </a:xfrm>
          <a:prstGeom prst="rect">
            <a:avLst/>
          </a:prstGeom>
          <a:noFill/>
        </p:spPr>
        <p:txBody>
          <a:bodyPr wrap="none" rtlCol="0">
            <a:spAutoFit/>
          </a:bodyPr>
          <a:lstStyle/>
          <a:p>
            <a:r>
              <a:rPr lang="en-US" b="1" dirty="0"/>
              <a:t>Centre for Presencing &amp; Design Thinking</a:t>
            </a:r>
          </a:p>
          <a:p>
            <a:r>
              <a:rPr lang="en-US" b="1" dirty="0"/>
              <a:t>VNRVJIET </a:t>
            </a:r>
          </a:p>
        </p:txBody>
      </p:sp>
      <p:pic>
        <p:nvPicPr>
          <p:cNvPr id="19" name="Picture 18">
            <a:extLst>
              <a:ext uri="{FF2B5EF4-FFF2-40B4-BE49-F238E27FC236}">
                <a16:creationId xmlns:a16="http://schemas.microsoft.com/office/drawing/2014/main" id="{FF1DC136-AEC0-B7D1-4022-0E1D09DEE25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396220" y="0"/>
            <a:ext cx="998436" cy="13833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4030"/>
            <a:ext cx="10515600" cy="2068195"/>
          </a:xfrm>
        </p:spPr>
        <p:txBody>
          <a:bodyPr>
            <a:normAutofit/>
          </a:bodyPr>
          <a:lstStyle/>
          <a:p>
            <a:r>
              <a:rPr lang="en-IN" altLang="en-US" dirty="0">
                <a:solidFill>
                  <a:schemeClr val="accent6"/>
                </a:solidFill>
              </a:rPr>
              <a:t>PROBLEM STATEMENT:</a:t>
            </a:r>
            <a:br>
              <a:rPr lang="en-IN" altLang="en-US" dirty="0">
                <a:solidFill>
                  <a:schemeClr val="accent6"/>
                </a:solidFill>
              </a:rPr>
            </a:br>
            <a:r>
              <a:rPr lang="en-IN" altLang="en-US" sz="2800" dirty="0">
                <a:solidFill>
                  <a:schemeClr val="tx1">
                    <a:lumMod val="65000"/>
                    <a:lumOff val="35000"/>
                  </a:schemeClr>
                </a:solidFill>
              </a:rPr>
              <a:t>In many urban areas, low-income groups have limited access to quality education, leading to persistent economic inequality</a:t>
            </a:r>
          </a:p>
        </p:txBody>
      </p:sp>
      <p:sp>
        <p:nvSpPr>
          <p:cNvPr id="3" name="Content Placeholder 2"/>
          <p:cNvSpPr>
            <a:spLocks noGrp="1"/>
          </p:cNvSpPr>
          <p:nvPr>
            <p:ph idx="1"/>
          </p:nvPr>
        </p:nvSpPr>
        <p:spPr>
          <a:xfrm>
            <a:off x="838200" y="2433320"/>
            <a:ext cx="5953369" cy="3490742"/>
          </a:xfrm>
        </p:spPr>
        <p:txBody>
          <a:bodyPr>
            <a:normAutofit/>
          </a:bodyPr>
          <a:lstStyle/>
          <a:p>
            <a:pPr marL="0" indent="0">
              <a:buNone/>
            </a:pPr>
            <a:r>
              <a:rPr lang="en-IN" altLang="en-US" sz="3600" b="1" dirty="0">
                <a:solidFill>
                  <a:schemeClr val="tx1">
                    <a:lumMod val="65000"/>
                    <a:lumOff val="35000"/>
                  </a:schemeClr>
                </a:solidFill>
                <a:latin typeface="Montserrat" pitchFamily="34" charset="0"/>
                <a:ea typeface="Montserrat" pitchFamily="34" charset="-122"/>
                <a:cs typeface="Montserrat" pitchFamily="34" charset="-120"/>
                <a:sym typeface="+mn-ea"/>
              </a:rPr>
              <a:t>Explanation:</a:t>
            </a:r>
          </a:p>
          <a:p>
            <a:pPr marL="0" indent="0">
              <a:buNone/>
            </a:pPr>
            <a:endParaRPr lang="en-IN" altLang="en-US" sz="1200" dirty="0">
              <a:solidFill>
                <a:schemeClr val="tx1">
                  <a:lumMod val="65000"/>
                  <a:lumOff val="35000"/>
                </a:schemeClr>
              </a:solidFill>
              <a:latin typeface="Montserrat" pitchFamily="34" charset="0"/>
              <a:ea typeface="Montserrat" pitchFamily="34" charset="-122"/>
              <a:cs typeface="Montserrat" pitchFamily="34" charset="-120"/>
              <a:sym typeface="+mn-ea"/>
            </a:endParaRPr>
          </a:p>
          <a:p>
            <a:pPr marL="0" indent="0">
              <a:buNone/>
            </a:pPr>
            <a:r>
              <a:rPr lang="en-US" sz="2000" dirty="0">
                <a:solidFill>
                  <a:schemeClr val="tx1">
                    <a:lumMod val="65000"/>
                    <a:lumOff val="35000"/>
                  </a:schemeClr>
                </a:solidFill>
                <a:latin typeface="Montserrat" pitchFamily="34" charset="0"/>
                <a:ea typeface="Montserrat" pitchFamily="34" charset="-122"/>
                <a:cs typeface="Montserrat" pitchFamily="34" charset="-120"/>
                <a:sym typeface="+mn-ea"/>
              </a:rPr>
              <a:t>Quality education is a critical component in breaking the cycle of poverty and promoting economic mobility. However, in many urban areas, low-income groups often face significant barriers in accessing the resources and opportunities needed to succeed academically.</a:t>
            </a:r>
            <a:endParaRPr lang="en-US" sz="2000" dirty="0">
              <a:solidFill>
                <a:schemeClr val="tx1">
                  <a:lumMod val="65000"/>
                  <a:lumOff val="35000"/>
                </a:schemeClr>
              </a:solidFill>
            </a:endParaRPr>
          </a:p>
          <a:p>
            <a:endParaRPr lang="en-US" dirty="0">
              <a:solidFill>
                <a:schemeClr val="tx1">
                  <a:lumMod val="65000"/>
                  <a:lumOff val="35000"/>
                </a:schemeClr>
              </a:solidFill>
            </a:endParaRPr>
          </a:p>
        </p:txBody>
      </p:sp>
      <p:pic>
        <p:nvPicPr>
          <p:cNvPr id="4" name="图形 71">
            <a:extLst>
              <a:ext uri="{FF2B5EF4-FFF2-40B4-BE49-F238E27FC236}">
                <a16:creationId xmlns:a16="http://schemas.microsoft.com/office/drawing/2014/main" id="{71B8B1B8-A65B-CE4B-27A4-676143C55F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0896600" y="1"/>
            <a:ext cx="1295398" cy="754834"/>
          </a:xfrm>
          <a:prstGeom prst="rect">
            <a:avLst/>
          </a:prstGeom>
        </p:spPr>
      </p:pic>
      <p:pic>
        <p:nvPicPr>
          <p:cNvPr id="1026" name="Picture 2" descr="Fairness: equality (left) and equity (right). | Download Scientific Diagram">
            <a:extLst>
              <a:ext uri="{FF2B5EF4-FFF2-40B4-BE49-F238E27FC236}">
                <a16:creationId xmlns:a16="http://schemas.microsoft.com/office/drawing/2014/main" id="{002D21B0-75AE-B04A-CA94-955D997A05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7684" y="2641600"/>
            <a:ext cx="4376615" cy="24618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形 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 y="0"/>
            <a:ext cx="12192001" cy="6858000"/>
          </a:xfrm>
          <a:prstGeom prst="rect">
            <a:avLst/>
          </a:prstGeom>
        </p:spPr>
      </p:pic>
      <p:pic>
        <p:nvPicPr>
          <p:cNvPr id="51" name="图形 5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51" y="-13201"/>
            <a:ext cx="3248301" cy="1892801"/>
          </a:xfrm>
          <a:prstGeom prst="rect">
            <a:avLst/>
          </a:prstGeom>
        </p:spPr>
      </p:pic>
      <p:sp>
        <p:nvSpPr>
          <p:cNvPr id="6" name="矩形: 圆角 5"/>
          <p:cNvSpPr/>
          <p:nvPr/>
        </p:nvSpPr>
        <p:spPr>
          <a:xfrm>
            <a:off x="269963" y="316788"/>
            <a:ext cx="11483163" cy="6241312"/>
          </a:xfrm>
          <a:prstGeom prst="roundRect">
            <a:avLst>
              <a:gd name="adj" fmla="val 0"/>
            </a:avLst>
          </a:prstGeom>
          <a:solidFill>
            <a:srgbClr val="FF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Righteous" panose="02010506000000020000" pitchFamily="2" charset="0"/>
            </a:endParaRPr>
          </a:p>
        </p:txBody>
      </p:sp>
      <p:pic>
        <p:nvPicPr>
          <p:cNvPr id="58" name="图形 57"/>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9434" y="6152430"/>
            <a:ext cx="12201433" cy="705570"/>
          </a:xfrm>
          <a:prstGeom prst="rect">
            <a:avLst/>
          </a:prstGeom>
        </p:spPr>
      </p:pic>
      <p:pic>
        <p:nvPicPr>
          <p:cNvPr id="72" name="图形 7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896600" y="1"/>
            <a:ext cx="1295398" cy="754834"/>
          </a:xfrm>
          <a:prstGeom prst="rect">
            <a:avLst/>
          </a:prstGeom>
        </p:spPr>
      </p:pic>
      <p:sp>
        <p:nvSpPr>
          <p:cNvPr id="19" name="矩形"/>
          <p:cNvSpPr/>
          <p:nvPr/>
        </p:nvSpPr>
        <p:spPr>
          <a:xfrm>
            <a:off x="3948430" y="3095625"/>
            <a:ext cx="3517265" cy="2107565"/>
          </a:xfrm>
          <a:prstGeom prst="wedgeRectCallout">
            <a:avLst>
              <a:gd name="adj1" fmla="val -35068"/>
              <a:gd name="adj2" fmla="val 69580"/>
            </a:avLst>
          </a:prstGeom>
          <a:noFill/>
          <a:ln w="12700">
            <a:solidFill>
              <a:srgbClr val="A38FDD"/>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Manrope SemiBold" charset="0"/>
              <a:ea typeface="Manrope SemiBold" charset="0"/>
              <a:cs typeface="Manrope SemiBold" charset="0"/>
            </a:endParaRPr>
          </a:p>
        </p:txBody>
      </p:sp>
      <p:sp>
        <p:nvSpPr>
          <p:cNvPr id="20" name="矩形"/>
          <p:cNvSpPr/>
          <p:nvPr/>
        </p:nvSpPr>
        <p:spPr>
          <a:xfrm>
            <a:off x="7699375" y="3095625"/>
            <a:ext cx="3658235" cy="1924050"/>
          </a:xfrm>
          <a:prstGeom prst="wedgeRectCallout">
            <a:avLst>
              <a:gd name="adj1" fmla="val -35068"/>
              <a:gd name="adj2" fmla="val 69580"/>
            </a:avLst>
          </a:prstGeom>
          <a:noFill/>
          <a:ln w="12700">
            <a:solidFill>
              <a:srgbClr val="A38FDD"/>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Manrope SemiBold" charset="0"/>
              <a:ea typeface="Manrope SemiBold" charset="0"/>
              <a:cs typeface="Manrope SemiBold" charset="0"/>
            </a:endParaRPr>
          </a:p>
        </p:txBody>
      </p:sp>
      <p:sp>
        <p:nvSpPr>
          <p:cNvPr id="21" name="矩形"/>
          <p:cNvSpPr/>
          <p:nvPr/>
        </p:nvSpPr>
        <p:spPr>
          <a:xfrm>
            <a:off x="4228214" y="1300971"/>
            <a:ext cx="2956840" cy="1414141"/>
          </a:xfrm>
          <a:prstGeom prst="wedgeRectCallout">
            <a:avLst>
              <a:gd name="adj1" fmla="val -35068"/>
              <a:gd name="adj2" fmla="val 69580"/>
            </a:avLst>
          </a:prstGeom>
          <a:solidFill>
            <a:srgbClr val="FF9693"/>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Manrope SemiBold" charset="0"/>
              <a:ea typeface="Manrope SemiBold" charset="0"/>
              <a:cs typeface="Manrope SemiBold" charset="0"/>
            </a:endParaRPr>
          </a:p>
        </p:txBody>
      </p:sp>
      <p:sp>
        <p:nvSpPr>
          <p:cNvPr id="22" name="矩形"/>
          <p:cNvSpPr/>
          <p:nvPr/>
        </p:nvSpPr>
        <p:spPr>
          <a:xfrm>
            <a:off x="7753658" y="1300971"/>
            <a:ext cx="2956840" cy="1414141"/>
          </a:xfrm>
          <a:prstGeom prst="wedgeRectCallout">
            <a:avLst>
              <a:gd name="adj1" fmla="val -35068"/>
              <a:gd name="adj2" fmla="val 69580"/>
            </a:avLst>
          </a:prstGeom>
          <a:solidFill>
            <a:srgbClr val="FF9693"/>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Manrope SemiBold" charset="0"/>
              <a:ea typeface="Manrope SemiBold" charset="0"/>
              <a:cs typeface="Manrope SemiBold" charset="0"/>
            </a:endParaRPr>
          </a:p>
        </p:txBody>
      </p:sp>
      <p:sp>
        <p:nvSpPr>
          <p:cNvPr id="25" name="文本框"/>
          <p:cNvSpPr txBox="1"/>
          <p:nvPr/>
        </p:nvSpPr>
        <p:spPr>
          <a:xfrm>
            <a:off x="4341445" y="1672282"/>
            <a:ext cx="811241"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a:ln>
                  <a:noFill/>
                </a:ln>
                <a:solidFill>
                  <a:schemeClr val="tx1"/>
                </a:solidFill>
                <a:effectLst/>
                <a:uLnTx/>
                <a:uFillTx/>
                <a:latin typeface="+mj-ea"/>
                <a:ea typeface="+mj-ea"/>
                <a:cs typeface="Manrope SemiBold" charset="0"/>
              </a:rPr>
              <a:t>01</a:t>
            </a:r>
          </a:p>
        </p:txBody>
      </p:sp>
      <p:sp>
        <p:nvSpPr>
          <p:cNvPr id="2" name="矩形 1"/>
          <p:cNvSpPr/>
          <p:nvPr/>
        </p:nvSpPr>
        <p:spPr>
          <a:xfrm>
            <a:off x="467360" y="628015"/>
            <a:ext cx="4898390" cy="2225675"/>
          </a:xfrm>
          <a:prstGeom prst="rect">
            <a:avLst/>
          </a:prstGeom>
        </p:spPr>
        <p:txBody>
          <a:bodyPr wrap="square">
            <a:noAutofit/>
          </a:bodyPr>
          <a:lstStyle/>
          <a:p>
            <a:r>
              <a:rPr lang="zh-CN" altLang="en-US" sz="4000" b="1" dirty="0">
                <a:solidFill>
                  <a:srgbClr val="A38FDD"/>
                </a:solidFill>
                <a:latin typeface="Righteous" panose="02010506000000020000" pitchFamily="2" charset="0"/>
                <a:cs typeface="Righteous" panose="02010506000000020000" pitchFamily="2" charset="0"/>
              </a:rPr>
              <a:t>Understanding th</a:t>
            </a:r>
            <a:r>
              <a:rPr lang="en-IN" altLang="zh-CN" sz="4000" b="1" dirty="0">
                <a:solidFill>
                  <a:srgbClr val="A38FDD"/>
                </a:solidFill>
                <a:latin typeface="Righteous" panose="02010506000000020000" pitchFamily="2" charset="0"/>
                <a:cs typeface="Righteous" panose="02010506000000020000" pitchFamily="2" charset="0"/>
              </a:rPr>
              <a:t>e</a:t>
            </a:r>
            <a:r>
              <a:rPr lang="zh-CN" altLang="en-US" sz="4000" b="1" dirty="0">
                <a:solidFill>
                  <a:srgbClr val="A38FDD"/>
                </a:solidFill>
                <a:latin typeface="Righteous" panose="02010506000000020000" pitchFamily="2" charset="0"/>
                <a:cs typeface="Righteous" panose="02010506000000020000" pitchFamily="2" charset="0"/>
              </a:rPr>
              <a:t> EducationGap</a:t>
            </a:r>
          </a:p>
        </p:txBody>
      </p:sp>
      <p:sp>
        <p:nvSpPr>
          <p:cNvPr id="41" name="矩形 40"/>
          <p:cNvSpPr/>
          <p:nvPr/>
        </p:nvSpPr>
        <p:spPr>
          <a:xfrm>
            <a:off x="5091900" y="1522994"/>
            <a:ext cx="2388870" cy="1198880"/>
          </a:xfrm>
          <a:prstGeom prst="rect">
            <a:avLst/>
          </a:prstGeom>
        </p:spPr>
        <p:txBody>
          <a:bodyPr wrap="square">
            <a:spAutoFit/>
          </a:bodyPr>
          <a:lstStyle/>
          <a:p>
            <a:r>
              <a:rPr lang="en-US" sz="2400" b="1" dirty="0">
                <a:solidFill>
                  <a:schemeClr val="tx1">
                    <a:lumMod val="65000"/>
                    <a:lumOff val="35000"/>
                  </a:schemeClr>
                </a:solidFill>
                <a:latin typeface="Barlow Bold" pitchFamily="34" charset="0"/>
                <a:ea typeface="Barlow Bold" pitchFamily="34" charset="-122"/>
                <a:cs typeface="Barlow Bold" pitchFamily="34" charset="-120"/>
                <a:sym typeface="+mn-ea"/>
              </a:rPr>
              <a:t>Achieveme</a:t>
            </a:r>
            <a:r>
              <a:rPr lang="en-IN" altLang="en-US" sz="2400" b="1" dirty="0">
                <a:solidFill>
                  <a:schemeClr val="tx1">
                    <a:lumMod val="65000"/>
                    <a:lumOff val="35000"/>
                  </a:schemeClr>
                </a:solidFill>
                <a:latin typeface="Barlow Bold" pitchFamily="34" charset="0"/>
                <a:ea typeface="Barlow Bold" pitchFamily="34" charset="-122"/>
                <a:cs typeface="Barlow Bold" pitchFamily="34" charset="-120"/>
                <a:sym typeface="+mn-ea"/>
              </a:rPr>
              <a:t>n</a:t>
            </a:r>
            <a:r>
              <a:rPr lang="en-US" sz="2400" b="1" dirty="0">
                <a:solidFill>
                  <a:schemeClr val="tx1">
                    <a:lumMod val="65000"/>
                    <a:lumOff val="35000"/>
                  </a:schemeClr>
                </a:solidFill>
                <a:latin typeface="Barlow Bold" pitchFamily="34" charset="0"/>
                <a:ea typeface="Barlow Bold" pitchFamily="34" charset="-122"/>
                <a:cs typeface="Barlow Bold" pitchFamily="34" charset="-120"/>
                <a:sym typeface="+mn-ea"/>
              </a:rPr>
              <a:t>t Gaps</a:t>
            </a:r>
            <a:endParaRPr lang="en-US" sz="2400" dirty="0">
              <a:solidFill>
                <a:schemeClr val="tx1">
                  <a:lumMod val="65000"/>
                  <a:lumOff val="35000"/>
                </a:schemeClr>
              </a:solidFill>
            </a:endParaRPr>
          </a:p>
          <a:p>
            <a:endParaRPr lang="zh-CN" altLang="en-US" sz="2400" dirty="0">
              <a:solidFill>
                <a:schemeClr val="tx1">
                  <a:lumMod val="65000"/>
                  <a:lumOff val="35000"/>
                </a:schemeClr>
              </a:solidFill>
              <a:latin typeface="Righteous" panose="02010506000000020000" pitchFamily="2" charset="0"/>
              <a:ea typeface="+mj-ea"/>
              <a:cs typeface="Righteous" panose="02010506000000020000" pitchFamily="2" charset="0"/>
            </a:endParaRPr>
          </a:p>
        </p:txBody>
      </p:sp>
      <p:sp>
        <p:nvSpPr>
          <p:cNvPr id="43" name="矩形 42"/>
          <p:cNvSpPr/>
          <p:nvPr/>
        </p:nvSpPr>
        <p:spPr>
          <a:xfrm>
            <a:off x="8901240" y="1535740"/>
            <a:ext cx="2132965" cy="1198880"/>
          </a:xfrm>
          <a:prstGeom prst="rect">
            <a:avLst/>
          </a:prstGeom>
        </p:spPr>
        <p:txBody>
          <a:bodyPr wrap="square">
            <a:spAutoFit/>
          </a:bodyPr>
          <a:lstStyle/>
          <a:p>
            <a:r>
              <a:rPr lang="en-US" sz="2400" b="1" dirty="0">
                <a:solidFill>
                  <a:schemeClr val="tx1">
                    <a:lumMod val="65000"/>
                    <a:lumOff val="35000"/>
                  </a:schemeClr>
                </a:solidFill>
                <a:latin typeface="Barlow Bold" pitchFamily="34" charset="0"/>
                <a:ea typeface="Barlow Bold" pitchFamily="34" charset="-122"/>
                <a:cs typeface="Barlow Bold" pitchFamily="34" charset="-120"/>
                <a:sym typeface="+mn-ea"/>
              </a:rPr>
              <a:t>College</a:t>
            </a:r>
          </a:p>
          <a:p>
            <a:r>
              <a:rPr lang="en-US" sz="2400" b="1" dirty="0">
                <a:solidFill>
                  <a:schemeClr val="tx1">
                    <a:lumMod val="65000"/>
                    <a:lumOff val="35000"/>
                  </a:schemeClr>
                </a:solidFill>
                <a:latin typeface="Barlow Bold" pitchFamily="34" charset="0"/>
                <a:ea typeface="Barlow Bold" pitchFamily="34" charset="-122"/>
                <a:cs typeface="Barlow Bold" pitchFamily="34" charset="-120"/>
                <a:sym typeface="+mn-ea"/>
              </a:rPr>
              <a:t>Enrollment</a:t>
            </a:r>
            <a:endParaRPr lang="en-US" sz="2400" dirty="0">
              <a:solidFill>
                <a:schemeClr val="tx1">
                  <a:lumMod val="65000"/>
                  <a:lumOff val="35000"/>
                </a:schemeClr>
              </a:solidFill>
            </a:endParaRPr>
          </a:p>
          <a:p>
            <a:endParaRPr lang="zh-CN" altLang="en-US" sz="2400" dirty="0">
              <a:solidFill>
                <a:schemeClr val="tx1">
                  <a:lumMod val="65000"/>
                  <a:lumOff val="35000"/>
                </a:schemeClr>
              </a:solidFill>
              <a:latin typeface="Righteous" panose="02010506000000020000" pitchFamily="2" charset="0"/>
              <a:ea typeface="+mj-ea"/>
              <a:cs typeface="Righteous" panose="02010506000000020000" pitchFamily="2" charset="0"/>
            </a:endParaRPr>
          </a:p>
        </p:txBody>
      </p:sp>
      <p:sp>
        <p:nvSpPr>
          <p:cNvPr id="45" name="矩形 44"/>
          <p:cNvSpPr/>
          <p:nvPr/>
        </p:nvSpPr>
        <p:spPr>
          <a:xfrm>
            <a:off x="7834630" y="3237230"/>
            <a:ext cx="4755515" cy="5172075"/>
          </a:xfrm>
          <a:prstGeom prst="rect">
            <a:avLst/>
          </a:prstGeom>
        </p:spPr>
        <p:txBody>
          <a:bodyPr wrap="square">
            <a:noAutofit/>
          </a:bodyPr>
          <a:lstStyle/>
          <a:p>
            <a:r>
              <a:rPr lang="en-IN" altLang="en-US" sz="2000" dirty="0">
                <a:solidFill>
                  <a:srgbClr val="272525"/>
                </a:solidFill>
                <a:latin typeface="Montserrat" pitchFamily="34" charset="0"/>
                <a:ea typeface="Montserrat" pitchFamily="34" charset="-122"/>
                <a:cs typeface="Montserrat" pitchFamily="34" charset="-120"/>
                <a:sym typeface="+mn-ea"/>
              </a:rPr>
              <a:t>C</a:t>
            </a:r>
            <a:r>
              <a:rPr lang="en-US" sz="2000" dirty="0">
                <a:solidFill>
                  <a:srgbClr val="272525"/>
                </a:solidFill>
                <a:latin typeface="Montserrat" pitchFamily="34" charset="0"/>
                <a:ea typeface="Montserrat" pitchFamily="34" charset="-122"/>
                <a:cs typeface="Montserrat" pitchFamily="34" charset="-120"/>
                <a:sym typeface="+mn-ea"/>
              </a:rPr>
              <a:t>ollege enrollment and </a:t>
            </a:r>
          </a:p>
          <a:p>
            <a:r>
              <a:rPr lang="en-US" sz="2000" dirty="0">
                <a:solidFill>
                  <a:srgbClr val="272525"/>
                </a:solidFill>
                <a:latin typeface="Montserrat" pitchFamily="34" charset="0"/>
                <a:ea typeface="Montserrat" pitchFamily="34" charset="-122"/>
                <a:cs typeface="Montserrat" pitchFamily="34" charset="-120"/>
                <a:sym typeface="+mn-ea"/>
              </a:rPr>
              <a:t>completion rates are</a:t>
            </a:r>
          </a:p>
          <a:p>
            <a:r>
              <a:rPr lang="en-US" sz="2000" dirty="0">
                <a:solidFill>
                  <a:srgbClr val="272525"/>
                </a:solidFill>
                <a:latin typeface="Montserrat" pitchFamily="34" charset="0"/>
                <a:ea typeface="Montserrat" pitchFamily="34" charset="-122"/>
                <a:cs typeface="Montserrat" pitchFamily="34" charset="-120"/>
                <a:sym typeface="+mn-ea"/>
              </a:rPr>
              <a:t> substantially lower for </a:t>
            </a:r>
          </a:p>
          <a:p>
            <a:r>
              <a:rPr lang="en-US" sz="2000" dirty="0">
                <a:solidFill>
                  <a:srgbClr val="272525"/>
                </a:solidFill>
                <a:latin typeface="Montserrat" pitchFamily="34" charset="0"/>
                <a:ea typeface="Montserrat" pitchFamily="34" charset="-122"/>
                <a:cs typeface="Montserrat" pitchFamily="34" charset="-120"/>
                <a:sym typeface="+mn-ea"/>
              </a:rPr>
              <a:t>students from low-income communities.</a:t>
            </a:r>
            <a:endParaRPr lang="en-US" sz="2400" dirty="0"/>
          </a:p>
          <a:p>
            <a:endParaRPr lang="zh-CN" altLang="en-US" sz="2400" dirty="0">
              <a:solidFill>
                <a:schemeClr val="bg1"/>
              </a:solidFill>
              <a:latin typeface="Righteous" panose="02010506000000020000" pitchFamily="2" charset="0"/>
              <a:ea typeface="+mj-ea"/>
              <a:cs typeface="Righteous" panose="02010506000000020000" pitchFamily="2" charset="0"/>
            </a:endParaRPr>
          </a:p>
        </p:txBody>
      </p:sp>
      <p:pic>
        <p:nvPicPr>
          <p:cNvPr id="4" name="图形 3"/>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70000" y="2715209"/>
            <a:ext cx="2581842" cy="1801536"/>
          </a:xfrm>
          <a:prstGeom prst="rect">
            <a:avLst/>
          </a:prstGeom>
        </p:spPr>
      </p:pic>
      <p:pic>
        <p:nvPicPr>
          <p:cNvPr id="7" name="图形 6"/>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flipH="1">
            <a:off x="997448" y="3004717"/>
            <a:ext cx="2086822" cy="3504846"/>
          </a:xfrm>
          <a:prstGeom prst="rect">
            <a:avLst/>
          </a:prstGeom>
        </p:spPr>
      </p:pic>
      <p:pic>
        <p:nvPicPr>
          <p:cNvPr id="8" name="图形 7"/>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543227" y="5921561"/>
            <a:ext cx="936440" cy="814296"/>
          </a:xfrm>
          <a:prstGeom prst="rect">
            <a:avLst/>
          </a:prstGeom>
        </p:spPr>
      </p:pic>
      <p:pic>
        <p:nvPicPr>
          <p:cNvPr id="9" name="图形 8"/>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064808" y="4695854"/>
            <a:ext cx="649655" cy="1110700"/>
          </a:xfrm>
          <a:prstGeom prst="rect">
            <a:avLst/>
          </a:prstGeom>
        </p:spPr>
      </p:pic>
      <p:pic>
        <p:nvPicPr>
          <p:cNvPr id="10" name="图形 9"/>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710144" y="478362"/>
            <a:ext cx="648123" cy="723737"/>
          </a:xfrm>
          <a:prstGeom prst="rect">
            <a:avLst/>
          </a:prstGeom>
        </p:spPr>
      </p:pic>
      <p:sp>
        <p:nvSpPr>
          <p:cNvPr id="3" name="文本框"/>
          <p:cNvSpPr txBox="1"/>
          <p:nvPr/>
        </p:nvSpPr>
        <p:spPr>
          <a:xfrm>
            <a:off x="7991242" y="1673453"/>
            <a:ext cx="811241" cy="64516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a:ln>
                  <a:noFill/>
                </a:ln>
                <a:solidFill>
                  <a:schemeClr val="tx1"/>
                </a:solidFill>
                <a:effectLst/>
                <a:uLnTx/>
                <a:uFillTx/>
                <a:latin typeface="+mj-ea"/>
                <a:ea typeface="+mj-ea"/>
                <a:cs typeface="Manrope SemiBold" charset="0"/>
              </a:rPr>
              <a:t>0</a:t>
            </a:r>
            <a:r>
              <a:rPr kumimoji="0" lang="en-IN" altLang="en-US" sz="3600" b="1" i="0" u="none" strike="noStrike" kern="1200" cap="none" spc="0" normalizeH="0" baseline="0" noProof="0" dirty="0">
                <a:ln>
                  <a:noFill/>
                </a:ln>
                <a:solidFill>
                  <a:schemeClr val="tx1"/>
                </a:solidFill>
                <a:effectLst/>
                <a:uLnTx/>
                <a:uFillTx/>
                <a:latin typeface="+mj-ea"/>
                <a:ea typeface="+mj-ea"/>
                <a:cs typeface="Manrope SemiBold" charset="0"/>
              </a:rPr>
              <a:t>2</a:t>
            </a:r>
          </a:p>
        </p:txBody>
      </p:sp>
      <p:sp>
        <p:nvSpPr>
          <p:cNvPr id="11" name="矩形 44"/>
          <p:cNvSpPr/>
          <p:nvPr/>
        </p:nvSpPr>
        <p:spPr>
          <a:xfrm>
            <a:off x="3957955" y="3143885"/>
            <a:ext cx="3633470" cy="2265680"/>
          </a:xfrm>
          <a:prstGeom prst="rect">
            <a:avLst/>
          </a:prstGeom>
        </p:spPr>
        <p:txBody>
          <a:bodyPr wrap="square">
            <a:noAutofit/>
          </a:bodyPr>
          <a:lstStyle/>
          <a:p>
            <a:r>
              <a:rPr lang="en-US" sz="2000" dirty="0">
                <a:solidFill>
                  <a:srgbClr val="272525"/>
                </a:solidFill>
                <a:latin typeface="Montserrat" pitchFamily="34" charset="0"/>
                <a:ea typeface="Montserrat" pitchFamily="34" charset="-122"/>
                <a:cs typeface="Montserrat" pitchFamily="34" charset="-120"/>
                <a:sym typeface="+mn-ea"/>
              </a:rPr>
              <a:t>Low-income students often lag behind their higher-income peers in academic performance and standardized test scores.</a:t>
            </a:r>
            <a:endParaRPr lang="en-US" sz="2000" dirty="0"/>
          </a:p>
          <a:p>
            <a:endParaRPr lang="zh-CN" altLang="en-US" sz="2000" dirty="0">
              <a:solidFill>
                <a:schemeClr val="bg1"/>
              </a:solidFill>
              <a:latin typeface="Righteous" panose="02010506000000020000" pitchFamily="2" charset="0"/>
              <a:ea typeface="+mj-ea"/>
              <a:cs typeface="Righteous" panose="02010506000000020000"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形 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 y="0"/>
            <a:ext cx="12192001" cy="6858000"/>
          </a:xfrm>
          <a:prstGeom prst="rect">
            <a:avLst/>
          </a:prstGeom>
        </p:spPr>
      </p:pic>
      <p:pic>
        <p:nvPicPr>
          <p:cNvPr id="51" name="图形 5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51" y="-13201"/>
            <a:ext cx="3248301" cy="1892801"/>
          </a:xfrm>
          <a:prstGeom prst="rect">
            <a:avLst/>
          </a:prstGeom>
        </p:spPr>
      </p:pic>
      <p:sp>
        <p:nvSpPr>
          <p:cNvPr id="6" name="矩形: 圆角 5"/>
          <p:cNvSpPr/>
          <p:nvPr/>
        </p:nvSpPr>
        <p:spPr>
          <a:xfrm>
            <a:off x="354418" y="316788"/>
            <a:ext cx="11483163" cy="6241312"/>
          </a:xfrm>
          <a:prstGeom prst="roundRect">
            <a:avLst>
              <a:gd name="adj" fmla="val 0"/>
            </a:avLst>
          </a:prstGeom>
          <a:solidFill>
            <a:srgbClr val="FF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Righteous" panose="02010506000000020000" pitchFamily="2" charset="0"/>
            </a:endParaRPr>
          </a:p>
        </p:txBody>
      </p:sp>
      <p:pic>
        <p:nvPicPr>
          <p:cNvPr id="58" name="图形 57"/>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9434" y="6152430"/>
            <a:ext cx="12201433" cy="705570"/>
          </a:xfrm>
          <a:prstGeom prst="rect">
            <a:avLst/>
          </a:prstGeom>
        </p:spPr>
      </p:pic>
      <p:pic>
        <p:nvPicPr>
          <p:cNvPr id="72" name="图形 7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896600" y="1"/>
            <a:ext cx="1295398" cy="754834"/>
          </a:xfrm>
          <a:prstGeom prst="rect">
            <a:avLst/>
          </a:prstGeom>
        </p:spPr>
      </p:pic>
      <p:sp>
        <p:nvSpPr>
          <p:cNvPr id="3" name="TextBox 2">
            <a:extLst>
              <a:ext uri="{FF2B5EF4-FFF2-40B4-BE49-F238E27FC236}">
                <a16:creationId xmlns:a16="http://schemas.microsoft.com/office/drawing/2014/main" id="{F61EDE30-94BD-EF30-038C-8D0339B6BE21}"/>
              </a:ext>
            </a:extLst>
          </p:cNvPr>
          <p:cNvSpPr txBox="1"/>
          <p:nvPr/>
        </p:nvSpPr>
        <p:spPr>
          <a:xfrm>
            <a:off x="3852985" y="546405"/>
            <a:ext cx="5916246" cy="369332"/>
          </a:xfrm>
          <a:prstGeom prst="rect">
            <a:avLst/>
          </a:prstGeom>
          <a:noFill/>
        </p:spPr>
        <p:txBody>
          <a:bodyPr wrap="square" rtlCol="0">
            <a:spAutoFit/>
          </a:bodyPr>
          <a:lstStyle/>
          <a:p>
            <a:r>
              <a:rPr lang="en-IN" dirty="0"/>
              <a:t>QUESTIONS ASKED IN SURVEY FORM</a:t>
            </a:r>
          </a:p>
        </p:txBody>
      </p:sp>
      <p:pic>
        <p:nvPicPr>
          <p:cNvPr id="10" name="Picture 9">
            <a:extLst>
              <a:ext uri="{FF2B5EF4-FFF2-40B4-BE49-F238E27FC236}">
                <a16:creationId xmlns:a16="http://schemas.microsoft.com/office/drawing/2014/main" id="{CFFE77ED-626E-1B09-9F45-6F7CE3FD535D}"/>
              </a:ext>
            </a:extLst>
          </p:cNvPr>
          <p:cNvPicPr>
            <a:picLocks noChangeAspect="1"/>
          </p:cNvPicPr>
          <p:nvPr/>
        </p:nvPicPr>
        <p:blipFill>
          <a:blip r:embed="rId9"/>
          <a:stretch>
            <a:fillRect/>
          </a:stretch>
        </p:blipFill>
        <p:spPr>
          <a:xfrm>
            <a:off x="6578975" y="1044785"/>
            <a:ext cx="4751754" cy="2620693"/>
          </a:xfrm>
          <a:prstGeom prst="rect">
            <a:avLst/>
          </a:prstGeom>
        </p:spPr>
      </p:pic>
      <p:pic>
        <p:nvPicPr>
          <p:cNvPr id="12" name="Picture 11">
            <a:extLst>
              <a:ext uri="{FF2B5EF4-FFF2-40B4-BE49-F238E27FC236}">
                <a16:creationId xmlns:a16="http://schemas.microsoft.com/office/drawing/2014/main" id="{3A78A9B8-5973-4F38-6217-50C686D212CA}"/>
              </a:ext>
            </a:extLst>
          </p:cNvPr>
          <p:cNvPicPr>
            <a:picLocks noChangeAspect="1"/>
          </p:cNvPicPr>
          <p:nvPr/>
        </p:nvPicPr>
        <p:blipFill>
          <a:blip r:embed="rId10"/>
          <a:stretch>
            <a:fillRect/>
          </a:stretch>
        </p:blipFill>
        <p:spPr>
          <a:xfrm>
            <a:off x="520579" y="1089695"/>
            <a:ext cx="5570703" cy="2575783"/>
          </a:xfrm>
          <a:prstGeom prst="rect">
            <a:avLst/>
          </a:prstGeom>
        </p:spPr>
      </p:pic>
      <p:pic>
        <p:nvPicPr>
          <p:cNvPr id="16" name="Picture 15">
            <a:extLst>
              <a:ext uri="{FF2B5EF4-FFF2-40B4-BE49-F238E27FC236}">
                <a16:creationId xmlns:a16="http://schemas.microsoft.com/office/drawing/2014/main" id="{E194905A-EE38-D8A7-AADE-0F42C5B7F019}"/>
              </a:ext>
            </a:extLst>
          </p:cNvPr>
          <p:cNvPicPr>
            <a:picLocks noChangeAspect="1"/>
          </p:cNvPicPr>
          <p:nvPr/>
        </p:nvPicPr>
        <p:blipFill>
          <a:blip r:embed="rId11"/>
          <a:stretch>
            <a:fillRect/>
          </a:stretch>
        </p:blipFill>
        <p:spPr>
          <a:xfrm>
            <a:off x="3385355" y="3991224"/>
            <a:ext cx="5235015" cy="26046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A471A-36F9-DCFF-AAA2-1738D2B66C13}"/>
            </a:ext>
          </a:extLst>
        </p:cNvPr>
        <p:cNvGrpSpPr/>
        <p:nvPr/>
      </p:nvGrpSpPr>
      <p:grpSpPr>
        <a:xfrm>
          <a:off x="0" y="0"/>
          <a:ext cx="0" cy="0"/>
          <a:chOff x="0" y="0"/>
          <a:chExt cx="0" cy="0"/>
        </a:xfrm>
      </p:grpSpPr>
      <p:pic>
        <p:nvPicPr>
          <p:cNvPr id="5" name="图形 4">
            <a:extLst>
              <a:ext uri="{FF2B5EF4-FFF2-40B4-BE49-F238E27FC236}">
                <a16:creationId xmlns:a16="http://schemas.microsoft.com/office/drawing/2014/main" id="{40AFF74D-216C-F732-0644-4502D77088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 y="0"/>
            <a:ext cx="12192001" cy="6858000"/>
          </a:xfrm>
          <a:prstGeom prst="rect">
            <a:avLst/>
          </a:prstGeom>
        </p:spPr>
      </p:pic>
      <p:pic>
        <p:nvPicPr>
          <p:cNvPr id="51" name="图形 50">
            <a:extLst>
              <a:ext uri="{FF2B5EF4-FFF2-40B4-BE49-F238E27FC236}">
                <a16:creationId xmlns:a16="http://schemas.microsoft.com/office/drawing/2014/main" id="{23C0ABF9-3A40-ADD3-D0D8-D4314BB636A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51" y="-13201"/>
            <a:ext cx="3248301" cy="1892801"/>
          </a:xfrm>
          <a:prstGeom prst="rect">
            <a:avLst/>
          </a:prstGeom>
        </p:spPr>
      </p:pic>
      <p:sp>
        <p:nvSpPr>
          <p:cNvPr id="6" name="矩形: 圆角 5">
            <a:extLst>
              <a:ext uri="{FF2B5EF4-FFF2-40B4-BE49-F238E27FC236}">
                <a16:creationId xmlns:a16="http://schemas.microsoft.com/office/drawing/2014/main" id="{3CD0CC36-6DA7-722D-4C52-5A6524106183}"/>
              </a:ext>
            </a:extLst>
          </p:cNvPr>
          <p:cNvSpPr/>
          <p:nvPr/>
        </p:nvSpPr>
        <p:spPr>
          <a:xfrm>
            <a:off x="354418" y="316788"/>
            <a:ext cx="11483163" cy="6241312"/>
          </a:xfrm>
          <a:prstGeom prst="roundRect">
            <a:avLst>
              <a:gd name="adj" fmla="val 0"/>
            </a:avLst>
          </a:prstGeom>
          <a:solidFill>
            <a:srgbClr val="FF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Righteous" panose="02010506000000020000" pitchFamily="2" charset="0"/>
            </a:endParaRPr>
          </a:p>
        </p:txBody>
      </p:sp>
      <p:pic>
        <p:nvPicPr>
          <p:cNvPr id="58" name="图形 57">
            <a:extLst>
              <a:ext uri="{FF2B5EF4-FFF2-40B4-BE49-F238E27FC236}">
                <a16:creationId xmlns:a16="http://schemas.microsoft.com/office/drawing/2014/main" id="{39BA40F7-8AD5-7E3C-04FA-F0572E0C093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9434" y="6152430"/>
            <a:ext cx="12201433" cy="705570"/>
          </a:xfrm>
          <a:prstGeom prst="rect">
            <a:avLst/>
          </a:prstGeom>
        </p:spPr>
      </p:pic>
      <p:pic>
        <p:nvPicPr>
          <p:cNvPr id="72" name="图形 71">
            <a:extLst>
              <a:ext uri="{FF2B5EF4-FFF2-40B4-BE49-F238E27FC236}">
                <a16:creationId xmlns:a16="http://schemas.microsoft.com/office/drawing/2014/main" id="{DB3DC022-1146-6BFD-619E-5C593C002C0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896600" y="1"/>
            <a:ext cx="1295398" cy="754834"/>
          </a:xfrm>
          <a:prstGeom prst="rect">
            <a:avLst/>
          </a:prstGeom>
        </p:spPr>
      </p:pic>
      <p:sp>
        <p:nvSpPr>
          <p:cNvPr id="3" name="TextBox 2">
            <a:extLst>
              <a:ext uri="{FF2B5EF4-FFF2-40B4-BE49-F238E27FC236}">
                <a16:creationId xmlns:a16="http://schemas.microsoft.com/office/drawing/2014/main" id="{06397C52-8B56-7850-8871-5BE5B54A4EC9}"/>
              </a:ext>
            </a:extLst>
          </p:cNvPr>
          <p:cNvSpPr txBox="1"/>
          <p:nvPr/>
        </p:nvSpPr>
        <p:spPr>
          <a:xfrm>
            <a:off x="3852985" y="546405"/>
            <a:ext cx="5916246" cy="369332"/>
          </a:xfrm>
          <a:prstGeom prst="rect">
            <a:avLst/>
          </a:prstGeom>
          <a:noFill/>
        </p:spPr>
        <p:txBody>
          <a:bodyPr wrap="square" rtlCol="0">
            <a:spAutoFit/>
          </a:bodyPr>
          <a:lstStyle/>
          <a:p>
            <a:r>
              <a:rPr lang="en-IN" dirty="0"/>
              <a:t>STATISTICS FROM GRAPH</a:t>
            </a:r>
          </a:p>
        </p:txBody>
      </p:sp>
      <p:pic>
        <p:nvPicPr>
          <p:cNvPr id="13" name="Picture 12">
            <a:extLst>
              <a:ext uri="{FF2B5EF4-FFF2-40B4-BE49-F238E27FC236}">
                <a16:creationId xmlns:a16="http://schemas.microsoft.com/office/drawing/2014/main" id="{A59D74E7-A394-123C-1844-AD76D89ADF1D}"/>
              </a:ext>
            </a:extLst>
          </p:cNvPr>
          <p:cNvPicPr>
            <a:picLocks noChangeAspect="1"/>
          </p:cNvPicPr>
          <p:nvPr/>
        </p:nvPicPr>
        <p:blipFill>
          <a:blip r:embed="rId9"/>
          <a:stretch>
            <a:fillRect/>
          </a:stretch>
        </p:blipFill>
        <p:spPr>
          <a:xfrm>
            <a:off x="725998" y="1820258"/>
            <a:ext cx="4974022" cy="3292232"/>
          </a:xfrm>
          <a:prstGeom prst="rect">
            <a:avLst/>
          </a:prstGeom>
        </p:spPr>
      </p:pic>
      <p:pic>
        <p:nvPicPr>
          <p:cNvPr id="15" name="Picture 14">
            <a:extLst>
              <a:ext uri="{FF2B5EF4-FFF2-40B4-BE49-F238E27FC236}">
                <a16:creationId xmlns:a16="http://schemas.microsoft.com/office/drawing/2014/main" id="{831FB85B-851D-A910-CE2E-EE263C9D87E0}"/>
              </a:ext>
            </a:extLst>
          </p:cNvPr>
          <p:cNvPicPr>
            <a:picLocks noChangeAspect="1"/>
          </p:cNvPicPr>
          <p:nvPr/>
        </p:nvPicPr>
        <p:blipFill>
          <a:blip r:embed="rId10"/>
          <a:stretch>
            <a:fillRect/>
          </a:stretch>
        </p:blipFill>
        <p:spPr>
          <a:xfrm>
            <a:off x="836246" y="2056640"/>
            <a:ext cx="1104996" cy="228620"/>
          </a:xfrm>
          <a:prstGeom prst="rect">
            <a:avLst/>
          </a:prstGeom>
        </p:spPr>
      </p:pic>
      <p:sp>
        <p:nvSpPr>
          <p:cNvPr id="17" name="TextBox 16">
            <a:extLst>
              <a:ext uri="{FF2B5EF4-FFF2-40B4-BE49-F238E27FC236}">
                <a16:creationId xmlns:a16="http://schemas.microsoft.com/office/drawing/2014/main" id="{04BA87BD-45B1-9E5A-3B49-8C7BA46CFE41}"/>
              </a:ext>
            </a:extLst>
          </p:cNvPr>
          <p:cNvSpPr txBox="1"/>
          <p:nvPr/>
        </p:nvSpPr>
        <p:spPr>
          <a:xfrm>
            <a:off x="836246" y="2032127"/>
            <a:ext cx="1906954" cy="338554"/>
          </a:xfrm>
          <a:prstGeom prst="rect">
            <a:avLst/>
          </a:prstGeom>
          <a:noFill/>
        </p:spPr>
        <p:txBody>
          <a:bodyPr wrap="square" rtlCol="0">
            <a:spAutoFit/>
          </a:bodyPr>
          <a:lstStyle/>
          <a:p>
            <a:r>
              <a:rPr lang="en-IN" sz="1600" dirty="0"/>
              <a:t>43 RESPONSES</a:t>
            </a:r>
          </a:p>
        </p:txBody>
      </p:sp>
      <p:pic>
        <p:nvPicPr>
          <p:cNvPr id="19" name="Picture 18">
            <a:extLst>
              <a:ext uri="{FF2B5EF4-FFF2-40B4-BE49-F238E27FC236}">
                <a16:creationId xmlns:a16="http://schemas.microsoft.com/office/drawing/2014/main" id="{2EBBF267-C3EE-B498-DB46-C4E993A4BFA4}"/>
              </a:ext>
            </a:extLst>
          </p:cNvPr>
          <p:cNvPicPr>
            <a:picLocks noChangeAspect="1"/>
          </p:cNvPicPr>
          <p:nvPr/>
        </p:nvPicPr>
        <p:blipFill>
          <a:blip r:embed="rId10"/>
          <a:stretch>
            <a:fillRect/>
          </a:stretch>
        </p:blipFill>
        <p:spPr>
          <a:xfrm>
            <a:off x="776117" y="2690261"/>
            <a:ext cx="1104996" cy="228620"/>
          </a:xfrm>
          <a:prstGeom prst="rect">
            <a:avLst/>
          </a:prstGeom>
        </p:spPr>
      </p:pic>
      <p:pic>
        <p:nvPicPr>
          <p:cNvPr id="21" name="Picture 20">
            <a:extLst>
              <a:ext uri="{FF2B5EF4-FFF2-40B4-BE49-F238E27FC236}">
                <a16:creationId xmlns:a16="http://schemas.microsoft.com/office/drawing/2014/main" id="{542652E1-AB72-A91E-47D3-651CB26A5B50}"/>
              </a:ext>
            </a:extLst>
          </p:cNvPr>
          <p:cNvPicPr>
            <a:picLocks noChangeAspect="1"/>
          </p:cNvPicPr>
          <p:nvPr/>
        </p:nvPicPr>
        <p:blipFill>
          <a:blip r:embed="rId11"/>
          <a:stretch>
            <a:fillRect/>
          </a:stretch>
        </p:blipFill>
        <p:spPr>
          <a:xfrm>
            <a:off x="6181847" y="1170498"/>
            <a:ext cx="5173907" cy="4533892"/>
          </a:xfrm>
          <a:prstGeom prst="rect">
            <a:avLst/>
          </a:prstGeom>
        </p:spPr>
      </p:pic>
      <p:pic>
        <p:nvPicPr>
          <p:cNvPr id="23" name="Picture 22">
            <a:extLst>
              <a:ext uri="{FF2B5EF4-FFF2-40B4-BE49-F238E27FC236}">
                <a16:creationId xmlns:a16="http://schemas.microsoft.com/office/drawing/2014/main" id="{82FABA43-0725-CCA7-74B6-2FB1B5175191}"/>
              </a:ext>
            </a:extLst>
          </p:cNvPr>
          <p:cNvPicPr>
            <a:picLocks noChangeAspect="1"/>
          </p:cNvPicPr>
          <p:nvPr/>
        </p:nvPicPr>
        <p:blipFill>
          <a:blip r:embed="rId12"/>
          <a:stretch>
            <a:fillRect/>
          </a:stretch>
        </p:blipFill>
        <p:spPr>
          <a:xfrm>
            <a:off x="871375" y="3386357"/>
            <a:ext cx="914479" cy="160034"/>
          </a:xfrm>
          <a:prstGeom prst="rect">
            <a:avLst/>
          </a:prstGeom>
        </p:spPr>
      </p:pic>
      <p:pic>
        <p:nvPicPr>
          <p:cNvPr id="25" name="Picture 24">
            <a:extLst>
              <a:ext uri="{FF2B5EF4-FFF2-40B4-BE49-F238E27FC236}">
                <a16:creationId xmlns:a16="http://schemas.microsoft.com/office/drawing/2014/main" id="{DDBF83BF-8AAA-4985-4F6A-3E7B77729C52}"/>
              </a:ext>
            </a:extLst>
          </p:cNvPr>
          <p:cNvPicPr>
            <a:picLocks noChangeAspect="1"/>
          </p:cNvPicPr>
          <p:nvPr/>
        </p:nvPicPr>
        <p:blipFill>
          <a:blip r:embed="rId12"/>
          <a:stretch>
            <a:fillRect/>
          </a:stretch>
        </p:blipFill>
        <p:spPr>
          <a:xfrm>
            <a:off x="6248360" y="1527999"/>
            <a:ext cx="914479" cy="160034"/>
          </a:xfrm>
          <a:prstGeom prst="rect">
            <a:avLst/>
          </a:prstGeom>
        </p:spPr>
      </p:pic>
      <p:pic>
        <p:nvPicPr>
          <p:cNvPr id="27" name="Picture 26">
            <a:extLst>
              <a:ext uri="{FF2B5EF4-FFF2-40B4-BE49-F238E27FC236}">
                <a16:creationId xmlns:a16="http://schemas.microsoft.com/office/drawing/2014/main" id="{C38B817A-98B4-9740-F470-C0985C8ACF9F}"/>
              </a:ext>
            </a:extLst>
          </p:cNvPr>
          <p:cNvPicPr>
            <a:picLocks noChangeAspect="1"/>
          </p:cNvPicPr>
          <p:nvPr/>
        </p:nvPicPr>
        <p:blipFill>
          <a:blip r:embed="rId12"/>
          <a:stretch>
            <a:fillRect/>
          </a:stretch>
        </p:blipFill>
        <p:spPr>
          <a:xfrm>
            <a:off x="6353868" y="3914847"/>
            <a:ext cx="914479" cy="160034"/>
          </a:xfrm>
          <a:prstGeom prst="rect">
            <a:avLst/>
          </a:prstGeom>
        </p:spPr>
      </p:pic>
    </p:spTree>
    <p:extLst>
      <p:ext uri="{BB962C8B-B14F-4D97-AF65-F5344CB8AC3E}">
        <p14:creationId xmlns:p14="http://schemas.microsoft.com/office/powerpoint/2010/main" val="3007561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1160780" y="655955"/>
            <a:ext cx="10031095" cy="645160"/>
          </a:xfrm>
          <a:prstGeom prst="rect">
            <a:avLst/>
          </a:prstGeom>
        </p:spPr>
        <p:txBody>
          <a:bodyPr wrap="square">
            <a:spAutoFit/>
          </a:bodyPr>
          <a:lstStyle/>
          <a:p>
            <a:r>
              <a:rPr lang="en-IN" altLang="zh-CN" sz="3600" dirty="0">
                <a:solidFill>
                  <a:srgbClr val="A38FDD"/>
                </a:solidFill>
                <a:latin typeface="Righteous" panose="02010506000000020000" pitchFamily="2" charset="0"/>
                <a:ea typeface="+mj-ea"/>
                <a:cs typeface="Righteous" panose="02010506000000020000" pitchFamily="2" charset="0"/>
              </a:rPr>
              <a:t>Empathy Tools Used To Address The Problem</a:t>
            </a:r>
          </a:p>
        </p:txBody>
      </p:sp>
      <p:sp>
        <p:nvSpPr>
          <p:cNvPr id="4" name="同侧圆角矩形 4"/>
          <p:cNvSpPr/>
          <p:nvPr/>
        </p:nvSpPr>
        <p:spPr>
          <a:xfrm>
            <a:off x="1160622" y="1795924"/>
            <a:ext cx="2651992" cy="2651993"/>
          </a:xfrm>
          <a:prstGeom prst="round2SameRect">
            <a:avLst>
              <a:gd name="adj1" fmla="val 50000"/>
              <a:gd name="adj2" fmla="val 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n-ea"/>
              <a:cs typeface="Manrope SemiBold" charset="0"/>
            </a:endParaRPr>
          </a:p>
        </p:txBody>
      </p:sp>
      <p:sp>
        <p:nvSpPr>
          <p:cNvPr id="5" name="同侧圆角矩形 5"/>
          <p:cNvSpPr/>
          <p:nvPr/>
        </p:nvSpPr>
        <p:spPr>
          <a:xfrm flipV="1">
            <a:off x="1033145" y="4617085"/>
            <a:ext cx="2779395" cy="1348740"/>
          </a:xfrm>
          <a:prstGeom prst="round2SameRect">
            <a:avLst>
              <a:gd name="adj1" fmla="val 17052"/>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n-ea"/>
              <a:cs typeface="Manrope SemiBold" charset="0"/>
            </a:endParaRPr>
          </a:p>
        </p:txBody>
      </p:sp>
      <p:sp>
        <p:nvSpPr>
          <p:cNvPr id="6" name="文本框 20"/>
          <p:cNvSpPr txBox="1"/>
          <p:nvPr/>
        </p:nvSpPr>
        <p:spPr>
          <a:xfrm flipH="1">
            <a:off x="1734820" y="4852670"/>
            <a:ext cx="2114550" cy="1099185"/>
          </a:xfrm>
          <a:prstGeom prst="rect">
            <a:avLst/>
          </a:prstGeom>
          <a:noFill/>
          <a:ln w="9525">
            <a:noFill/>
            <a:miter/>
          </a:ln>
          <a:effectLst>
            <a:outerShdw sx="999" sy="999" algn="ctr" rotWithShape="0">
              <a:srgbClr val="000000"/>
            </a:outerShdw>
          </a:effectLst>
        </p:spPr>
        <p:txBody>
          <a:bodyPr wrap="square"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zh-CN" altLang="en-US" sz="2000" dirty="0">
                <a:solidFill>
                  <a:schemeClr val="bg1"/>
                </a:solidFill>
                <a:latin typeface="+mj-ea"/>
                <a:ea typeface="+mj-ea"/>
                <a:cs typeface="Manrope SemiBold" charset="0"/>
                <a:sym typeface="Arial" panose="020B0604020202020204" pitchFamily="34" charset="0"/>
              </a:rPr>
              <a:t>Interviews and Focus Groups</a:t>
            </a:r>
          </a:p>
        </p:txBody>
      </p:sp>
      <p:sp>
        <p:nvSpPr>
          <p:cNvPr id="7" name="文本框 6"/>
          <p:cNvSpPr txBox="1"/>
          <p:nvPr/>
        </p:nvSpPr>
        <p:spPr>
          <a:xfrm flipH="1">
            <a:off x="1365267" y="3021443"/>
            <a:ext cx="2201879" cy="119888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auto">
              <a:lnSpc>
                <a:spcPct val="150000"/>
              </a:lnSpc>
            </a:pPr>
            <a:r>
              <a:rPr lang="en-US" altLang="zh-CN" sz="1200" dirty="0">
                <a:solidFill>
                  <a:schemeClr val="tx1">
                    <a:lumMod val="75000"/>
                    <a:lumOff val="25000"/>
                  </a:schemeClr>
                </a:solidFill>
                <a:latin typeface="+mn-ea"/>
                <a:cs typeface="Manrope SemiBold" charset="0"/>
                <a:sym typeface="Manrope SemiBold" charset="0"/>
              </a:rPr>
              <a:t>Conduct one-on-one interviews and small focus groups with students, parents, and educators.</a:t>
            </a:r>
          </a:p>
        </p:txBody>
      </p:sp>
      <p:sp>
        <p:nvSpPr>
          <p:cNvPr id="8" name="同侧圆角矩形 10"/>
          <p:cNvSpPr/>
          <p:nvPr/>
        </p:nvSpPr>
        <p:spPr>
          <a:xfrm>
            <a:off x="4670488" y="1795924"/>
            <a:ext cx="2651992" cy="2651993"/>
          </a:xfrm>
          <a:prstGeom prst="round2SameRect">
            <a:avLst>
              <a:gd name="adj1" fmla="val 50000"/>
              <a:gd name="adj2" fmla="val 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n-ea"/>
              <a:cs typeface="Manrope SemiBold" charset="0"/>
            </a:endParaRPr>
          </a:p>
        </p:txBody>
      </p:sp>
      <p:sp>
        <p:nvSpPr>
          <p:cNvPr id="9" name="同侧圆角矩形 11"/>
          <p:cNvSpPr/>
          <p:nvPr/>
        </p:nvSpPr>
        <p:spPr>
          <a:xfrm flipV="1">
            <a:off x="4670488" y="4616541"/>
            <a:ext cx="2651992" cy="1348991"/>
          </a:xfrm>
          <a:prstGeom prst="round2SameRect">
            <a:avLst>
              <a:gd name="adj1" fmla="val 17052"/>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n-ea"/>
              <a:cs typeface="Manrope SemiBold" charset="0"/>
            </a:endParaRPr>
          </a:p>
        </p:txBody>
      </p:sp>
      <p:sp>
        <p:nvSpPr>
          <p:cNvPr id="11" name="文本框 10"/>
          <p:cNvSpPr txBox="1"/>
          <p:nvPr/>
        </p:nvSpPr>
        <p:spPr>
          <a:xfrm flipH="1">
            <a:off x="4895453" y="2868408"/>
            <a:ext cx="2201879" cy="1476375"/>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auto">
              <a:lnSpc>
                <a:spcPct val="150000"/>
              </a:lnSpc>
            </a:pPr>
            <a:r>
              <a:rPr lang="en-US" altLang="zh-CN" sz="1200" dirty="0">
                <a:solidFill>
                  <a:schemeClr val="tx1">
                    <a:lumMod val="75000"/>
                    <a:lumOff val="25000"/>
                  </a:schemeClr>
                </a:solidFill>
                <a:latin typeface="+mn-ea"/>
                <a:cs typeface="Manrope SemiBold" charset="0"/>
                <a:sym typeface="Manrope SemiBold" charset="0"/>
              </a:rPr>
              <a:t> Create journey maps for students, parents, and teachers, detailing their daily routines, touchpoints, challenges, and emotions. </a:t>
            </a:r>
          </a:p>
        </p:txBody>
      </p:sp>
      <p:sp>
        <p:nvSpPr>
          <p:cNvPr id="12" name="同侧圆角矩形 17"/>
          <p:cNvSpPr/>
          <p:nvPr/>
        </p:nvSpPr>
        <p:spPr>
          <a:xfrm>
            <a:off x="8180354" y="1795924"/>
            <a:ext cx="2651992" cy="2651993"/>
          </a:xfrm>
          <a:prstGeom prst="round2SameRect">
            <a:avLst>
              <a:gd name="adj1" fmla="val 50000"/>
              <a:gd name="adj2" fmla="val 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n-ea"/>
              <a:cs typeface="Manrope SemiBold" charset="0"/>
            </a:endParaRPr>
          </a:p>
        </p:txBody>
      </p:sp>
      <p:sp>
        <p:nvSpPr>
          <p:cNvPr id="13" name="同侧圆角矩形 18"/>
          <p:cNvSpPr/>
          <p:nvPr/>
        </p:nvSpPr>
        <p:spPr>
          <a:xfrm flipV="1">
            <a:off x="8180354" y="4616541"/>
            <a:ext cx="2651992" cy="1348991"/>
          </a:xfrm>
          <a:prstGeom prst="round2SameRect">
            <a:avLst>
              <a:gd name="adj1" fmla="val 17052"/>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n-ea"/>
              <a:cs typeface="Manrope SemiBold" charset="0"/>
            </a:endParaRPr>
          </a:p>
        </p:txBody>
      </p:sp>
      <p:sp>
        <p:nvSpPr>
          <p:cNvPr id="14" name="文本框 20"/>
          <p:cNvSpPr txBox="1"/>
          <p:nvPr/>
        </p:nvSpPr>
        <p:spPr>
          <a:xfrm flipH="1">
            <a:off x="9150223" y="4783423"/>
            <a:ext cx="1562069" cy="101473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000" dirty="0">
                <a:solidFill>
                  <a:schemeClr val="bg1"/>
                </a:solidFill>
                <a:latin typeface="+mj-ea"/>
                <a:ea typeface="+mj-ea"/>
                <a:cs typeface="Manrope SemiBold" charset="0"/>
                <a:sym typeface="Arial" panose="020B0604020202020204" pitchFamily="34" charset="0"/>
              </a:rPr>
              <a:t>Community Walk-Alongs</a:t>
            </a:r>
          </a:p>
        </p:txBody>
      </p:sp>
      <p:sp>
        <p:nvSpPr>
          <p:cNvPr id="15" name="文本框 17"/>
          <p:cNvSpPr txBox="1"/>
          <p:nvPr/>
        </p:nvSpPr>
        <p:spPr>
          <a:xfrm flipH="1">
            <a:off x="8384999" y="3021443"/>
            <a:ext cx="2201879" cy="119888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auto">
              <a:lnSpc>
                <a:spcPct val="150000"/>
              </a:lnSpc>
            </a:pPr>
            <a:r>
              <a:rPr lang="zh-CN" altLang="en-US" sz="1200" dirty="0">
                <a:solidFill>
                  <a:schemeClr val="tx1">
                    <a:lumMod val="75000"/>
                    <a:lumOff val="25000"/>
                  </a:schemeClr>
                </a:solidFill>
                <a:latin typeface="+mn-ea"/>
                <a:cs typeface="Manrope SemiBold" charset="0"/>
                <a:sym typeface="Manrope SemiBold" charset="0"/>
              </a:rPr>
              <a:t>Walk with students or parents in their community to understand physical access barriers</a:t>
            </a:r>
          </a:p>
        </p:txBody>
      </p:sp>
      <p:sp>
        <p:nvSpPr>
          <p:cNvPr id="18" name="文本框 20"/>
          <p:cNvSpPr txBox="1"/>
          <p:nvPr/>
        </p:nvSpPr>
        <p:spPr>
          <a:xfrm flipH="1">
            <a:off x="5679463" y="2175237"/>
            <a:ext cx="670832" cy="769441"/>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4400" dirty="0">
                <a:solidFill>
                  <a:schemeClr val="accent1"/>
                </a:solidFill>
                <a:latin typeface="+mj-ea"/>
                <a:ea typeface="+mj-ea"/>
                <a:cs typeface="Manrope SemiBold" charset="0"/>
                <a:sym typeface="Arial" panose="020B0604020202020204" pitchFamily="34" charset="0"/>
              </a:rPr>
              <a:t>B</a:t>
            </a:r>
          </a:p>
        </p:txBody>
      </p:sp>
      <p:sp>
        <p:nvSpPr>
          <p:cNvPr id="19" name="文本框 20"/>
          <p:cNvSpPr txBox="1"/>
          <p:nvPr/>
        </p:nvSpPr>
        <p:spPr>
          <a:xfrm flipH="1">
            <a:off x="9150522" y="2175237"/>
            <a:ext cx="670832" cy="769441"/>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4400" dirty="0">
                <a:solidFill>
                  <a:schemeClr val="accent1"/>
                </a:solidFill>
                <a:latin typeface="+mj-ea"/>
                <a:ea typeface="+mj-ea"/>
                <a:cs typeface="Manrope SemiBold" charset="0"/>
                <a:sym typeface="Arial" panose="020B0604020202020204" pitchFamily="34" charset="0"/>
              </a:rPr>
              <a:t>C</a:t>
            </a:r>
          </a:p>
        </p:txBody>
      </p:sp>
      <p:sp>
        <p:nvSpPr>
          <p:cNvPr id="20" name="Oval 2"/>
          <p:cNvSpPr/>
          <p:nvPr/>
        </p:nvSpPr>
        <p:spPr>
          <a:xfrm>
            <a:off x="1180656" y="4942808"/>
            <a:ext cx="629174" cy="707886"/>
          </a:xfrm>
          <a:custGeom>
            <a:avLst/>
            <a:gdLst>
              <a:gd name="T0" fmla="*/ 9984 w 10240"/>
              <a:gd name="T1" fmla="*/ 960 h 11520"/>
              <a:gd name="T2" fmla="*/ 5216 w 10240"/>
              <a:gd name="T3" fmla="*/ 0 h 11520"/>
              <a:gd name="T4" fmla="*/ 5056 w 10240"/>
              <a:gd name="T5" fmla="*/ 0 h 11520"/>
              <a:gd name="T6" fmla="*/ 5024 w 10240"/>
              <a:gd name="T7" fmla="*/ 0 h 11520"/>
              <a:gd name="T8" fmla="*/ 256 w 10240"/>
              <a:gd name="T9" fmla="*/ 960 h 11520"/>
              <a:gd name="T10" fmla="*/ 0 w 10240"/>
              <a:gd name="T11" fmla="*/ 1280 h 11520"/>
              <a:gd name="T12" fmla="*/ 0 w 10240"/>
              <a:gd name="T13" fmla="*/ 5440 h 11520"/>
              <a:gd name="T14" fmla="*/ 5056 w 10240"/>
              <a:gd name="T15" fmla="*/ 11520 h 11520"/>
              <a:gd name="T16" fmla="*/ 5184 w 10240"/>
              <a:gd name="T17" fmla="*/ 11520 h 11520"/>
              <a:gd name="T18" fmla="*/ 10240 w 10240"/>
              <a:gd name="T19" fmla="*/ 5440 h 11520"/>
              <a:gd name="T20" fmla="*/ 10240 w 10240"/>
              <a:gd name="T21" fmla="*/ 1280 h 11520"/>
              <a:gd name="T22" fmla="*/ 9984 w 10240"/>
              <a:gd name="T23" fmla="*/ 960 h 11520"/>
              <a:gd name="T24" fmla="*/ 9600 w 10240"/>
              <a:gd name="T25" fmla="*/ 5440 h 11520"/>
              <a:gd name="T26" fmla="*/ 5120 w 10240"/>
              <a:gd name="T27" fmla="*/ 10880 h 11520"/>
              <a:gd name="T28" fmla="*/ 640 w 10240"/>
              <a:gd name="T29" fmla="*/ 5440 h 11520"/>
              <a:gd name="T30" fmla="*/ 640 w 10240"/>
              <a:gd name="T31" fmla="*/ 1536 h 11520"/>
              <a:gd name="T32" fmla="*/ 5120 w 10240"/>
              <a:gd name="T33" fmla="*/ 640 h 11520"/>
              <a:gd name="T34" fmla="*/ 9600 w 10240"/>
              <a:gd name="T35" fmla="*/ 1536 h 11520"/>
              <a:gd name="T36" fmla="*/ 9600 w 10240"/>
              <a:gd name="T37" fmla="*/ 5440 h 11520"/>
              <a:gd name="T38" fmla="*/ 2784 w 10240"/>
              <a:gd name="T39" fmla="*/ 5216 h 11520"/>
              <a:gd name="T40" fmla="*/ 2336 w 10240"/>
              <a:gd name="T41" fmla="*/ 5216 h 11520"/>
              <a:gd name="T42" fmla="*/ 2336 w 10240"/>
              <a:gd name="T43" fmla="*/ 5664 h 11520"/>
              <a:gd name="T44" fmla="*/ 4256 w 10240"/>
              <a:gd name="T45" fmla="*/ 7584 h 11520"/>
              <a:gd name="T46" fmla="*/ 4480 w 10240"/>
              <a:gd name="T47" fmla="*/ 7680 h 11520"/>
              <a:gd name="T48" fmla="*/ 4704 w 10240"/>
              <a:gd name="T49" fmla="*/ 7584 h 11520"/>
              <a:gd name="T50" fmla="*/ 7904 w 10240"/>
              <a:gd name="T51" fmla="*/ 4384 h 11520"/>
              <a:gd name="T52" fmla="*/ 7904 w 10240"/>
              <a:gd name="T53" fmla="*/ 3936 h 11520"/>
              <a:gd name="T54" fmla="*/ 7456 w 10240"/>
              <a:gd name="T55" fmla="*/ 3936 h 11520"/>
              <a:gd name="T56" fmla="*/ 4480 w 10240"/>
              <a:gd name="T57" fmla="*/ 6912 h 11520"/>
              <a:gd name="T58" fmla="*/ 2784 w 10240"/>
              <a:gd name="T59" fmla="*/ 5216 h 1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240" h="11520">
                <a:moveTo>
                  <a:pt x="9984" y="960"/>
                </a:moveTo>
                <a:lnTo>
                  <a:pt x="5216" y="0"/>
                </a:lnTo>
                <a:lnTo>
                  <a:pt x="5056" y="0"/>
                </a:lnTo>
                <a:lnTo>
                  <a:pt x="5024" y="0"/>
                </a:lnTo>
                <a:lnTo>
                  <a:pt x="256" y="960"/>
                </a:lnTo>
                <a:cubicBezTo>
                  <a:pt x="96" y="992"/>
                  <a:pt x="0" y="1120"/>
                  <a:pt x="0" y="1280"/>
                </a:cubicBezTo>
                <a:lnTo>
                  <a:pt x="0" y="5440"/>
                </a:lnTo>
                <a:cubicBezTo>
                  <a:pt x="0" y="8608"/>
                  <a:pt x="2528" y="10880"/>
                  <a:pt x="5056" y="11520"/>
                </a:cubicBezTo>
                <a:lnTo>
                  <a:pt x="5184" y="11520"/>
                </a:lnTo>
                <a:cubicBezTo>
                  <a:pt x="7680" y="10880"/>
                  <a:pt x="10240" y="8608"/>
                  <a:pt x="10240" y="5440"/>
                </a:cubicBezTo>
                <a:lnTo>
                  <a:pt x="10240" y="1280"/>
                </a:lnTo>
                <a:cubicBezTo>
                  <a:pt x="10240" y="1120"/>
                  <a:pt x="10144" y="992"/>
                  <a:pt x="9984" y="960"/>
                </a:cubicBezTo>
                <a:close/>
                <a:moveTo>
                  <a:pt x="9600" y="5440"/>
                </a:moveTo>
                <a:cubicBezTo>
                  <a:pt x="9600" y="8224"/>
                  <a:pt x="7360" y="10272"/>
                  <a:pt x="5120" y="10880"/>
                </a:cubicBezTo>
                <a:cubicBezTo>
                  <a:pt x="2880" y="10272"/>
                  <a:pt x="640" y="8256"/>
                  <a:pt x="640" y="5440"/>
                </a:cubicBezTo>
                <a:lnTo>
                  <a:pt x="640" y="1536"/>
                </a:lnTo>
                <a:lnTo>
                  <a:pt x="5120" y="640"/>
                </a:lnTo>
                <a:lnTo>
                  <a:pt x="9600" y="1536"/>
                </a:lnTo>
                <a:lnTo>
                  <a:pt x="9600" y="5440"/>
                </a:lnTo>
                <a:close/>
                <a:moveTo>
                  <a:pt x="2784" y="5216"/>
                </a:moveTo>
                <a:cubicBezTo>
                  <a:pt x="2656" y="5088"/>
                  <a:pt x="2464" y="5088"/>
                  <a:pt x="2336" y="5216"/>
                </a:cubicBezTo>
                <a:cubicBezTo>
                  <a:pt x="2208" y="5344"/>
                  <a:pt x="2208" y="5536"/>
                  <a:pt x="2336" y="5664"/>
                </a:cubicBezTo>
                <a:lnTo>
                  <a:pt x="4256" y="7584"/>
                </a:lnTo>
                <a:cubicBezTo>
                  <a:pt x="4320" y="7648"/>
                  <a:pt x="4416" y="7680"/>
                  <a:pt x="4480" y="7680"/>
                </a:cubicBezTo>
                <a:cubicBezTo>
                  <a:pt x="4544" y="7680"/>
                  <a:pt x="4640" y="7648"/>
                  <a:pt x="4704" y="7584"/>
                </a:cubicBezTo>
                <a:lnTo>
                  <a:pt x="7904" y="4384"/>
                </a:lnTo>
                <a:cubicBezTo>
                  <a:pt x="8032" y="4256"/>
                  <a:pt x="8032" y="4064"/>
                  <a:pt x="7904" y="3936"/>
                </a:cubicBezTo>
                <a:cubicBezTo>
                  <a:pt x="7776" y="3808"/>
                  <a:pt x="7584" y="3808"/>
                  <a:pt x="7456" y="3936"/>
                </a:cubicBezTo>
                <a:lnTo>
                  <a:pt x="4480" y="6912"/>
                </a:lnTo>
                <a:lnTo>
                  <a:pt x="2784" y="521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Righteous" panose="02010506000000020000" pitchFamily="2" charset="0"/>
            </a:endParaRPr>
          </a:p>
        </p:txBody>
      </p:sp>
      <p:sp>
        <p:nvSpPr>
          <p:cNvPr id="22" name="Oval 25"/>
          <p:cNvSpPr/>
          <p:nvPr/>
        </p:nvSpPr>
        <p:spPr>
          <a:xfrm>
            <a:off x="4973747" y="4942808"/>
            <a:ext cx="705785" cy="707886"/>
          </a:xfrm>
          <a:custGeom>
            <a:avLst/>
            <a:gdLst>
              <a:gd name="T0" fmla="*/ 8264 w 11898"/>
              <a:gd name="T1" fmla="*/ 11934 h 11934"/>
              <a:gd name="T2" fmla="*/ 6604 w 11898"/>
              <a:gd name="T3" fmla="*/ 7046 h 11934"/>
              <a:gd name="T4" fmla="*/ 7084 w 11898"/>
              <a:gd name="T5" fmla="*/ 6641 h 11934"/>
              <a:gd name="T6" fmla="*/ 11898 w 11898"/>
              <a:gd name="T7" fmla="*/ 8301 h 11934"/>
              <a:gd name="T8" fmla="*/ 10238 w 11898"/>
              <a:gd name="T9" fmla="*/ 11934 h 11934"/>
              <a:gd name="T10" fmla="*/ 7323 w 11898"/>
              <a:gd name="T11" fmla="*/ 10274 h 11934"/>
              <a:gd name="T12" fmla="*/ 10219 w 11898"/>
              <a:gd name="T13" fmla="*/ 11197 h 11934"/>
              <a:gd name="T14" fmla="*/ 11142 w 11898"/>
              <a:gd name="T15" fmla="*/ 8301 h 11934"/>
              <a:gd name="T16" fmla="*/ 7323 w 11898"/>
              <a:gd name="T17" fmla="*/ 7378 h 11934"/>
              <a:gd name="T18" fmla="*/ 1716 w 11898"/>
              <a:gd name="T19" fmla="*/ 11934 h 11934"/>
              <a:gd name="T20" fmla="*/ 0 w 11898"/>
              <a:gd name="T21" fmla="*/ 8374 h 11934"/>
              <a:gd name="T22" fmla="*/ 4815 w 11898"/>
              <a:gd name="T23" fmla="*/ 6659 h 11934"/>
              <a:gd name="T24" fmla="*/ 5294 w 11898"/>
              <a:gd name="T25" fmla="*/ 7065 h 11934"/>
              <a:gd name="T26" fmla="*/ 3560 w 11898"/>
              <a:gd name="T27" fmla="*/ 11934 h 11934"/>
              <a:gd name="T28" fmla="*/ 738 w 11898"/>
              <a:gd name="T29" fmla="*/ 8356 h 11934"/>
              <a:gd name="T30" fmla="*/ 1716 w 11898"/>
              <a:gd name="T31" fmla="*/ 11178 h 11934"/>
              <a:gd name="T32" fmla="*/ 4538 w 11898"/>
              <a:gd name="T33" fmla="*/ 10201 h 11934"/>
              <a:gd name="T34" fmla="*/ 1716 w 11898"/>
              <a:gd name="T35" fmla="*/ 7378 h 11934"/>
              <a:gd name="T36" fmla="*/ 1624 w 11898"/>
              <a:gd name="T37" fmla="*/ 5312 h 11934"/>
              <a:gd name="T38" fmla="*/ 0 w 11898"/>
              <a:gd name="T39" fmla="*/ 1642 h 11934"/>
              <a:gd name="T40" fmla="*/ 3671 w 11898"/>
              <a:gd name="T41" fmla="*/ 18 h 11934"/>
              <a:gd name="T42" fmla="*/ 5294 w 11898"/>
              <a:gd name="T43" fmla="*/ 4907 h 11934"/>
              <a:gd name="T44" fmla="*/ 4815 w 11898"/>
              <a:gd name="T45" fmla="*/ 5312 h 11934"/>
              <a:gd name="T46" fmla="*/ 720 w 11898"/>
              <a:gd name="T47" fmla="*/ 1623 h 11934"/>
              <a:gd name="T48" fmla="*/ 1605 w 11898"/>
              <a:gd name="T49" fmla="*/ 4575 h 11934"/>
              <a:gd name="T50" fmla="*/ 4538 w 11898"/>
              <a:gd name="T51" fmla="*/ 1642 h 11934"/>
              <a:gd name="T52" fmla="*/ 1605 w 11898"/>
              <a:gd name="T53" fmla="*/ 756 h 11934"/>
              <a:gd name="T54" fmla="*/ 10219 w 11898"/>
              <a:gd name="T55" fmla="*/ 5312 h 11934"/>
              <a:gd name="T56" fmla="*/ 6899 w 11898"/>
              <a:gd name="T57" fmla="*/ 5275 h 11934"/>
              <a:gd name="T58" fmla="*/ 6586 w 11898"/>
              <a:gd name="T59" fmla="*/ 1679 h 11934"/>
              <a:gd name="T60" fmla="*/ 10219 w 11898"/>
              <a:gd name="T61" fmla="*/ 0 h 11934"/>
              <a:gd name="T62" fmla="*/ 11898 w 11898"/>
              <a:gd name="T63" fmla="*/ 3634 h 11934"/>
              <a:gd name="T64" fmla="*/ 7323 w 11898"/>
              <a:gd name="T65" fmla="*/ 4574 h 11934"/>
              <a:gd name="T66" fmla="*/ 11142 w 11898"/>
              <a:gd name="T67" fmla="*/ 3634 h 11934"/>
              <a:gd name="T68" fmla="*/ 10201 w 11898"/>
              <a:gd name="T69" fmla="*/ 738 h 11934"/>
              <a:gd name="T70" fmla="*/ 7305 w 11898"/>
              <a:gd name="T71" fmla="*/ 1678 h 11934"/>
              <a:gd name="T72" fmla="*/ 7323 w 11898"/>
              <a:gd name="T73" fmla="*/ 4574 h 11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898" h="11934">
                <a:moveTo>
                  <a:pt x="10238" y="11934"/>
                </a:moveTo>
                <a:lnTo>
                  <a:pt x="8264" y="11934"/>
                </a:lnTo>
                <a:cubicBezTo>
                  <a:pt x="7342" y="11934"/>
                  <a:pt x="6604" y="11197"/>
                  <a:pt x="6604" y="10274"/>
                </a:cubicBezTo>
                <a:lnTo>
                  <a:pt x="6604" y="7046"/>
                </a:lnTo>
                <a:cubicBezTo>
                  <a:pt x="6604" y="6862"/>
                  <a:pt x="6733" y="6714"/>
                  <a:pt x="6918" y="6677"/>
                </a:cubicBezTo>
                <a:cubicBezTo>
                  <a:pt x="6973" y="6659"/>
                  <a:pt x="7028" y="6641"/>
                  <a:pt x="7084" y="6641"/>
                </a:cubicBezTo>
                <a:lnTo>
                  <a:pt x="10238" y="6641"/>
                </a:lnTo>
                <a:cubicBezTo>
                  <a:pt x="11160" y="6641"/>
                  <a:pt x="11898" y="7378"/>
                  <a:pt x="11898" y="8301"/>
                </a:cubicBezTo>
                <a:lnTo>
                  <a:pt x="11898" y="10274"/>
                </a:lnTo>
                <a:cubicBezTo>
                  <a:pt x="11879" y="11178"/>
                  <a:pt x="11142" y="11934"/>
                  <a:pt x="10238" y="11934"/>
                </a:cubicBezTo>
                <a:close/>
                <a:moveTo>
                  <a:pt x="7323" y="7378"/>
                </a:moveTo>
                <a:lnTo>
                  <a:pt x="7323" y="10274"/>
                </a:lnTo>
                <a:cubicBezTo>
                  <a:pt x="7323" y="10772"/>
                  <a:pt x="7729" y="11197"/>
                  <a:pt x="8246" y="11197"/>
                </a:cubicBezTo>
                <a:lnTo>
                  <a:pt x="10219" y="11197"/>
                </a:lnTo>
                <a:cubicBezTo>
                  <a:pt x="10717" y="11197"/>
                  <a:pt x="11142" y="10791"/>
                  <a:pt x="11142" y="10274"/>
                </a:cubicBezTo>
                <a:lnTo>
                  <a:pt x="11142" y="8301"/>
                </a:lnTo>
                <a:cubicBezTo>
                  <a:pt x="11142" y="7803"/>
                  <a:pt x="10736" y="7378"/>
                  <a:pt x="10219" y="7378"/>
                </a:cubicBezTo>
                <a:lnTo>
                  <a:pt x="7323" y="7378"/>
                </a:lnTo>
                <a:close/>
                <a:moveTo>
                  <a:pt x="3560" y="11934"/>
                </a:moveTo>
                <a:lnTo>
                  <a:pt x="1716" y="11934"/>
                </a:lnTo>
                <a:cubicBezTo>
                  <a:pt x="757" y="11934"/>
                  <a:pt x="0" y="11160"/>
                  <a:pt x="0" y="10219"/>
                </a:cubicBezTo>
                <a:lnTo>
                  <a:pt x="0" y="8374"/>
                </a:lnTo>
                <a:cubicBezTo>
                  <a:pt x="0" y="7415"/>
                  <a:pt x="775" y="6659"/>
                  <a:pt x="1716" y="6659"/>
                </a:cubicBezTo>
                <a:lnTo>
                  <a:pt x="4815" y="6659"/>
                </a:lnTo>
                <a:cubicBezTo>
                  <a:pt x="4870" y="6659"/>
                  <a:pt x="4925" y="6677"/>
                  <a:pt x="4981" y="6696"/>
                </a:cubicBezTo>
                <a:cubicBezTo>
                  <a:pt x="5165" y="6714"/>
                  <a:pt x="5294" y="6880"/>
                  <a:pt x="5294" y="7065"/>
                </a:cubicBezTo>
                <a:lnTo>
                  <a:pt x="5294" y="10237"/>
                </a:lnTo>
                <a:cubicBezTo>
                  <a:pt x="5294" y="11160"/>
                  <a:pt x="4519" y="11934"/>
                  <a:pt x="3560" y="11934"/>
                </a:cubicBezTo>
                <a:close/>
                <a:moveTo>
                  <a:pt x="1716" y="7378"/>
                </a:moveTo>
                <a:cubicBezTo>
                  <a:pt x="1181" y="7378"/>
                  <a:pt x="738" y="7821"/>
                  <a:pt x="738" y="8356"/>
                </a:cubicBezTo>
                <a:lnTo>
                  <a:pt x="738" y="10201"/>
                </a:lnTo>
                <a:cubicBezTo>
                  <a:pt x="738" y="10754"/>
                  <a:pt x="1181" y="11178"/>
                  <a:pt x="1716" y="11178"/>
                </a:cubicBezTo>
                <a:lnTo>
                  <a:pt x="3560" y="11178"/>
                </a:lnTo>
                <a:cubicBezTo>
                  <a:pt x="4095" y="11178"/>
                  <a:pt x="4538" y="10736"/>
                  <a:pt x="4538" y="10201"/>
                </a:cubicBezTo>
                <a:lnTo>
                  <a:pt x="4538" y="7378"/>
                </a:lnTo>
                <a:lnTo>
                  <a:pt x="1716" y="7378"/>
                </a:lnTo>
                <a:close/>
                <a:moveTo>
                  <a:pt x="4815" y="5312"/>
                </a:moveTo>
                <a:lnTo>
                  <a:pt x="1624" y="5312"/>
                </a:lnTo>
                <a:cubicBezTo>
                  <a:pt x="720" y="5312"/>
                  <a:pt x="0" y="4593"/>
                  <a:pt x="0" y="3689"/>
                </a:cubicBezTo>
                <a:lnTo>
                  <a:pt x="0" y="1642"/>
                </a:lnTo>
                <a:cubicBezTo>
                  <a:pt x="0" y="738"/>
                  <a:pt x="720" y="18"/>
                  <a:pt x="1624" y="18"/>
                </a:cubicBezTo>
                <a:lnTo>
                  <a:pt x="3671" y="18"/>
                </a:lnTo>
                <a:cubicBezTo>
                  <a:pt x="4575" y="18"/>
                  <a:pt x="5294" y="738"/>
                  <a:pt x="5294" y="1642"/>
                </a:cubicBezTo>
                <a:lnTo>
                  <a:pt x="5294" y="4907"/>
                </a:lnTo>
                <a:cubicBezTo>
                  <a:pt x="5294" y="5091"/>
                  <a:pt x="5165" y="5239"/>
                  <a:pt x="4981" y="5276"/>
                </a:cubicBezTo>
                <a:cubicBezTo>
                  <a:pt x="4925" y="5294"/>
                  <a:pt x="4870" y="5312"/>
                  <a:pt x="4815" y="5312"/>
                </a:cubicBezTo>
                <a:close/>
                <a:moveTo>
                  <a:pt x="1605" y="738"/>
                </a:moveTo>
                <a:cubicBezTo>
                  <a:pt x="1125" y="738"/>
                  <a:pt x="720" y="1144"/>
                  <a:pt x="720" y="1623"/>
                </a:cubicBezTo>
                <a:lnTo>
                  <a:pt x="720" y="3689"/>
                </a:lnTo>
                <a:cubicBezTo>
                  <a:pt x="720" y="4169"/>
                  <a:pt x="1125" y="4575"/>
                  <a:pt x="1605" y="4575"/>
                </a:cubicBezTo>
                <a:lnTo>
                  <a:pt x="4538" y="4575"/>
                </a:lnTo>
                <a:lnTo>
                  <a:pt x="4538" y="1642"/>
                </a:lnTo>
                <a:cubicBezTo>
                  <a:pt x="4538" y="1162"/>
                  <a:pt x="4132" y="756"/>
                  <a:pt x="3653" y="756"/>
                </a:cubicBezTo>
                <a:lnTo>
                  <a:pt x="1605" y="756"/>
                </a:lnTo>
                <a:lnTo>
                  <a:pt x="1605" y="738"/>
                </a:lnTo>
                <a:close/>
                <a:moveTo>
                  <a:pt x="10219" y="5312"/>
                </a:moveTo>
                <a:lnTo>
                  <a:pt x="7065" y="5312"/>
                </a:lnTo>
                <a:cubicBezTo>
                  <a:pt x="7010" y="5312"/>
                  <a:pt x="6954" y="5294"/>
                  <a:pt x="6899" y="5275"/>
                </a:cubicBezTo>
                <a:cubicBezTo>
                  <a:pt x="6715" y="5257"/>
                  <a:pt x="6586" y="5091"/>
                  <a:pt x="6586" y="4907"/>
                </a:cubicBezTo>
                <a:lnTo>
                  <a:pt x="6586" y="1679"/>
                </a:lnTo>
                <a:cubicBezTo>
                  <a:pt x="6586" y="756"/>
                  <a:pt x="7342" y="0"/>
                  <a:pt x="8264" y="0"/>
                </a:cubicBezTo>
                <a:lnTo>
                  <a:pt x="10219" y="0"/>
                </a:lnTo>
                <a:cubicBezTo>
                  <a:pt x="11142" y="0"/>
                  <a:pt x="11898" y="756"/>
                  <a:pt x="11898" y="1679"/>
                </a:cubicBezTo>
                <a:lnTo>
                  <a:pt x="11898" y="3634"/>
                </a:lnTo>
                <a:cubicBezTo>
                  <a:pt x="11880" y="4556"/>
                  <a:pt x="11142" y="5312"/>
                  <a:pt x="10219" y="5312"/>
                </a:cubicBezTo>
                <a:close/>
                <a:moveTo>
                  <a:pt x="7323" y="4574"/>
                </a:moveTo>
                <a:lnTo>
                  <a:pt x="10201" y="4574"/>
                </a:lnTo>
                <a:cubicBezTo>
                  <a:pt x="10717" y="4574"/>
                  <a:pt x="11142" y="4150"/>
                  <a:pt x="11142" y="3634"/>
                </a:cubicBezTo>
                <a:lnTo>
                  <a:pt x="11142" y="1678"/>
                </a:lnTo>
                <a:cubicBezTo>
                  <a:pt x="11142" y="1162"/>
                  <a:pt x="10717" y="738"/>
                  <a:pt x="10201" y="738"/>
                </a:cubicBezTo>
                <a:lnTo>
                  <a:pt x="8246" y="738"/>
                </a:lnTo>
                <a:cubicBezTo>
                  <a:pt x="7729" y="738"/>
                  <a:pt x="7305" y="1162"/>
                  <a:pt x="7305" y="1678"/>
                </a:cubicBezTo>
                <a:lnTo>
                  <a:pt x="7305" y="4574"/>
                </a:lnTo>
                <a:lnTo>
                  <a:pt x="7323" y="45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Righteous" panose="02010506000000020000" pitchFamily="2" charset="0"/>
            </a:endParaRPr>
          </a:p>
        </p:txBody>
      </p:sp>
      <p:sp>
        <p:nvSpPr>
          <p:cNvPr id="2" name="文本框 20"/>
          <p:cNvSpPr txBox="1"/>
          <p:nvPr/>
        </p:nvSpPr>
        <p:spPr>
          <a:xfrm flipH="1">
            <a:off x="5332095" y="4852670"/>
            <a:ext cx="2114550" cy="1099185"/>
          </a:xfrm>
          <a:prstGeom prst="rect">
            <a:avLst/>
          </a:prstGeom>
          <a:noFill/>
          <a:ln w="9525">
            <a:noFill/>
            <a:miter/>
          </a:ln>
          <a:effectLst>
            <a:outerShdw sx="999" sy="999" algn="ctr" rotWithShape="0">
              <a:srgbClr val="000000"/>
            </a:outerShdw>
          </a:effectLst>
        </p:spPr>
        <p:txBody>
          <a:bodyPr wrap="square"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zh-CN" altLang="en-US" sz="2000" dirty="0">
                <a:solidFill>
                  <a:schemeClr val="bg1"/>
                </a:solidFill>
                <a:latin typeface="+mj-ea"/>
                <a:ea typeface="+mj-ea"/>
                <a:cs typeface="Manrope SemiBold" charset="0"/>
                <a:sym typeface="Arial" panose="020B0604020202020204" pitchFamily="34" charset="0"/>
              </a:rPr>
              <a:t>Journey Mapping</a:t>
            </a:r>
          </a:p>
        </p:txBody>
      </p:sp>
      <p:sp>
        <p:nvSpPr>
          <p:cNvPr id="3" name="Oval 2"/>
          <p:cNvSpPr/>
          <p:nvPr/>
        </p:nvSpPr>
        <p:spPr>
          <a:xfrm>
            <a:off x="8385366" y="4942808"/>
            <a:ext cx="629174" cy="707886"/>
          </a:xfrm>
          <a:custGeom>
            <a:avLst/>
            <a:gdLst>
              <a:gd name="T0" fmla="*/ 9984 w 10240"/>
              <a:gd name="T1" fmla="*/ 960 h 11520"/>
              <a:gd name="T2" fmla="*/ 5216 w 10240"/>
              <a:gd name="T3" fmla="*/ 0 h 11520"/>
              <a:gd name="T4" fmla="*/ 5056 w 10240"/>
              <a:gd name="T5" fmla="*/ 0 h 11520"/>
              <a:gd name="T6" fmla="*/ 5024 w 10240"/>
              <a:gd name="T7" fmla="*/ 0 h 11520"/>
              <a:gd name="T8" fmla="*/ 256 w 10240"/>
              <a:gd name="T9" fmla="*/ 960 h 11520"/>
              <a:gd name="T10" fmla="*/ 0 w 10240"/>
              <a:gd name="T11" fmla="*/ 1280 h 11520"/>
              <a:gd name="T12" fmla="*/ 0 w 10240"/>
              <a:gd name="T13" fmla="*/ 5440 h 11520"/>
              <a:gd name="T14" fmla="*/ 5056 w 10240"/>
              <a:gd name="T15" fmla="*/ 11520 h 11520"/>
              <a:gd name="T16" fmla="*/ 5184 w 10240"/>
              <a:gd name="T17" fmla="*/ 11520 h 11520"/>
              <a:gd name="T18" fmla="*/ 10240 w 10240"/>
              <a:gd name="T19" fmla="*/ 5440 h 11520"/>
              <a:gd name="T20" fmla="*/ 10240 w 10240"/>
              <a:gd name="T21" fmla="*/ 1280 h 11520"/>
              <a:gd name="T22" fmla="*/ 9984 w 10240"/>
              <a:gd name="T23" fmla="*/ 960 h 11520"/>
              <a:gd name="T24" fmla="*/ 9600 w 10240"/>
              <a:gd name="T25" fmla="*/ 5440 h 11520"/>
              <a:gd name="T26" fmla="*/ 5120 w 10240"/>
              <a:gd name="T27" fmla="*/ 10880 h 11520"/>
              <a:gd name="T28" fmla="*/ 640 w 10240"/>
              <a:gd name="T29" fmla="*/ 5440 h 11520"/>
              <a:gd name="T30" fmla="*/ 640 w 10240"/>
              <a:gd name="T31" fmla="*/ 1536 h 11520"/>
              <a:gd name="T32" fmla="*/ 5120 w 10240"/>
              <a:gd name="T33" fmla="*/ 640 h 11520"/>
              <a:gd name="T34" fmla="*/ 9600 w 10240"/>
              <a:gd name="T35" fmla="*/ 1536 h 11520"/>
              <a:gd name="T36" fmla="*/ 9600 w 10240"/>
              <a:gd name="T37" fmla="*/ 5440 h 11520"/>
              <a:gd name="T38" fmla="*/ 2784 w 10240"/>
              <a:gd name="T39" fmla="*/ 5216 h 11520"/>
              <a:gd name="T40" fmla="*/ 2336 w 10240"/>
              <a:gd name="T41" fmla="*/ 5216 h 11520"/>
              <a:gd name="T42" fmla="*/ 2336 w 10240"/>
              <a:gd name="T43" fmla="*/ 5664 h 11520"/>
              <a:gd name="T44" fmla="*/ 4256 w 10240"/>
              <a:gd name="T45" fmla="*/ 7584 h 11520"/>
              <a:gd name="T46" fmla="*/ 4480 w 10240"/>
              <a:gd name="T47" fmla="*/ 7680 h 11520"/>
              <a:gd name="T48" fmla="*/ 4704 w 10240"/>
              <a:gd name="T49" fmla="*/ 7584 h 11520"/>
              <a:gd name="T50" fmla="*/ 7904 w 10240"/>
              <a:gd name="T51" fmla="*/ 4384 h 11520"/>
              <a:gd name="T52" fmla="*/ 7904 w 10240"/>
              <a:gd name="T53" fmla="*/ 3936 h 11520"/>
              <a:gd name="T54" fmla="*/ 7456 w 10240"/>
              <a:gd name="T55" fmla="*/ 3936 h 11520"/>
              <a:gd name="T56" fmla="*/ 4480 w 10240"/>
              <a:gd name="T57" fmla="*/ 6912 h 11520"/>
              <a:gd name="T58" fmla="*/ 2784 w 10240"/>
              <a:gd name="T59" fmla="*/ 5216 h 1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240" h="11520">
                <a:moveTo>
                  <a:pt x="9984" y="960"/>
                </a:moveTo>
                <a:lnTo>
                  <a:pt x="5216" y="0"/>
                </a:lnTo>
                <a:lnTo>
                  <a:pt x="5056" y="0"/>
                </a:lnTo>
                <a:lnTo>
                  <a:pt x="5024" y="0"/>
                </a:lnTo>
                <a:lnTo>
                  <a:pt x="256" y="960"/>
                </a:lnTo>
                <a:cubicBezTo>
                  <a:pt x="96" y="992"/>
                  <a:pt x="0" y="1120"/>
                  <a:pt x="0" y="1280"/>
                </a:cubicBezTo>
                <a:lnTo>
                  <a:pt x="0" y="5440"/>
                </a:lnTo>
                <a:cubicBezTo>
                  <a:pt x="0" y="8608"/>
                  <a:pt x="2528" y="10880"/>
                  <a:pt x="5056" y="11520"/>
                </a:cubicBezTo>
                <a:lnTo>
                  <a:pt x="5184" y="11520"/>
                </a:lnTo>
                <a:cubicBezTo>
                  <a:pt x="7680" y="10880"/>
                  <a:pt x="10240" y="8608"/>
                  <a:pt x="10240" y="5440"/>
                </a:cubicBezTo>
                <a:lnTo>
                  <a:pt x="10240" y="1280"/>
                </a:lnTo>
                <a:cubicBezTo>
                  <a:pt x="10240" y="1120"/>
                  <a:pt x="10144" y="992"/>
                  <a:pt x="9984" y="960"/>
                </a:cubicBezTo>
                <a:close/>
                <a:moveTo>
                  <a:pt x="9600" y="5440"/>
                </a:moveTo>
                <a:cubicBezTo>
                  <a:pt x="9600" y="8224"/>
                  <a:pt x="7360" y="10272"/>
                  <a:pt x="5120" y="10880"/>
                </a:cubicBezTo>
                <a:cubicBezTo>
                  <a:pt x="2880" y="10272"/>
                  <a:pt x="640" y="8256"/>
                  <a:pt x="640" y="5440"/>
                </a:cubicBezTo>
                <a:lnTo>
                  <a:pt x="640" y="1536"/>
                </a:lnTo>
                <a:lnTo>
                  <a:pt x="5120" y="640"/>
                </a:lnTo>
                <a:lnTo>
                  <a:pt x="9600" y="1536"/>
                </a:lnTo>
                <a:lnTo>
                  <a:pt x="9600" y="5440"/>
                </a:lnTo>
                <a:close/>
                <a:moveTo>
                  <a:pt x="2784" y="5216"/>
                </a:moveTo>
                <a:cubicBezTo>
                  <a:pt x="2656" y="5088"/>
                  <a:pt x="2464" y="5088"/>
                  <a:pt x="2336" y="5216"/>
                </a:cubicBezTo>
                <a:cubicBezTo>
                  <a:pt x="2208" y="5344"/>
                  <a:pt x="2208" y="5536"/>
                  <a:pt x="2336" y="5664"/>
                </a:cubicBezTo>
                <a:lnTo>
                  <a:pt x="4256" y="7584"/>
                </a:lnTo>
                <a:cubicBezTo>
                  <a:pt x="4320" y="7648"/>
                  <a:pt x="4416" y="7680"/>
                  <a:pt x="4480" y="7680"/>
                </a:cubicBezTo>
                <a:cubicBezTo>
                  <a:pt x="4544" y="7680"/>
                  <a:pt x="4640" y="7648"/>
                  <a:pt x="4704" y="7584"/>
                </a:cubicBezTo>
                <a:lnTo>
                  <a:pt x="7904" y="4384"/>
                </a:lnTo>
                <a:cubicBezTo>
                  <a:pt x="8032" y="4256"/>
                  <a:pt x="8032" y="4064"/>
                  <a:pt x="7904" y="3936"/>
                </a:cubicBezTo>
                <a:cubicBezTo>
                  <a:pt x="7776" y="3808"/>
                  <a:pt x="7584" y="3808"/>
                  <a:pt x="7456" y="3936"/>
                </a:cubicBezTo>
                <a:lnTo>
                  <a:pt x="4480" y="6912"/>
                </a:lnTo>
                <a:lnTo>
                  <a:pt x="2784" y="521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Righteous" panose="02010506000000020000" pitchFamily="2" charset="0"/>
            </a:endParaRPr>
          </a:p>
        </p:txBody>
      </p:sp>
      <p:sp>
        <p:nvSpPr>
          <p:cNvPr id="16" name="文本框 20"/>
          <p:cNvSpPr txBox="1"/>
          <p:nvPr/>
        </p:nvSpPr>
        <p:spPr>
          <a:xfrm flipH="1">
            <a:off x="2087268" y="2175237"/>
            <a:ext cx="670832" cy="76835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IN" altLang="en-US" sz="4400" dirty="0">
                <a:solidFill>
                  <a:schemeClr val="accent1"/>
                </a:solidFill>
                <a:latin typeface="+mj-ea"/>
                <a:ea typeface="+mj-ea"/>
                <a:cs typeface="Manrope SemiBold" charset="0"/>
                <a:sym typeface="Arial" panose="020B0604020202020204" pitchFamily="34" charset="0"/>
              </a:rPr>
              <a:t>A</a:t>
            </a:r>
          </a:p>
        </p:txBody>
      </p:sp>
      <p:pic>
        <p:nvPicPr>
          <p:cNvPr id="10" name="图形 71">
            <a:extLst>
              <a:ext uri="{FF2B5EF4-FFF2-40B4-BE49-F238E27FC236}">
                <a16:creationId xmlns:a16="http://schemas.microsoft.com/office/drawing/2014/main" id="{CB29E016-B1B1-5E69-AC0B-D188A7B269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10896600" y="1"/>
            <a:ext cx="1295398" cy="7548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977900" y="284358"/>
            <a:ext cx="5130736" cy="645160"/>
          </a:xfrm>
          <a:prstGeom prst="rect">
            <a:avLst/>
          </a:prstGeom>
        </p:spPr>
        <p:txBody>
          <a:bodyPr wrap="square">
            <a:spAutoFit/>
          </a:bodyPr>
          <a:lstStyle/>
          <a:p>
            <a:r>
              <a:rPr lang="en-IN" altLang="zh-CN" sz="3600" dirty="0">
                <a:solidFill>
                  <a:srgbClr val="A38FDD"/>
                </a:solidFill>
                <a:latin typeface="Righteous" panose="02010506000000020000" pitchFamily="2" charset="0"/>
                <a:ea typeface="+mj-ea"/>
                <a:cs typeface="Righteous" panose="02010506000000020000" pitchFamily="2" charset="0"/>
              </a:rPr>
              <a:t>INSIGHTS</a:t>
            </a:r>
          </a:p>
        </p:txBody>
      </p:sp>
      <p:sp>
        <p:nvSpPr>
          <p:cNvPr id="35" name="Rectangle 27"/>
          <p:cNvSpPr txBox="1"/>
          <p:nvPr/>
        </p:nvSpPr>
        <p:spPr>
          <a:xfrm>
            <a:off x="8585278" y="3455146"/>
            <a:ext cx="1234754" cy="1385134"/>
          </a:xfrm>
          <a:prstGeom prst="rect">
            <a:avLst/>
          </a:prstGeom>
          <a:ln w="12700">
            <a:miter lim="400000"/>
          </a:ln>
        </p:spPr>
        <p:txBody>
          <a:bodyPr lIns="22854" rIns="22854">
            <a:spAutoFit/>
          </a:bodyPr>
          <a:lstStyle>
            <a:lvl1pPr>
              <a:lnSpc>
                <a:spcPct val="80000"/>
              </a:lnSpc>
              <a:defRPr sz="6800">
                <a:solidFill>
                  <a:srgbClr val="FFFFFF"/>
                </a:solidFill>
                <a:latin typeface="Open Sans" panose="020B0606030504020204"/>
                <a:ea typeface="Open Sans" panose="020B0606030504020204"/>
                <a:cs typeface="Open Sans" panose="020B0606030504020204"/>
                <a:sym typeface="Open Sans" panose="020B0606030504020204"/>
              </a:defRPr>
            </a:lvl1pPr>
          </a:lstStyle>
          <a:p>
            <a:pPr algn="ctr"/>
            <a:endParaRPr sz="3400" dirty="0">
              <a:latin typeface="+mj-ea"/>
              <a:ea typeface="+mj-ea"/>
              <a:cs typeface="Manrope SemiBold" charset="0"/>
              <a:sym typeface="Manrope SemiBold" charset="0"/>
            </a:endParaRPr>
          </a:p>
        </p:txBody>
      </p:sp>
      <p:pic>
        <p:nvPicPr>
          <p:cNvPr id="12" name="图形 1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2216" y="1157359"/>
            <a:ext cx="1982673" cy="3872408"/>
          </a:xfrm>
          <a:prstGeom prst="rect">
            <a:avLst/>
          </a:prstGeom>
        </p:spPr>
      </p:pic>
      <p:sp>
        <p:nvSpPr>
          <p:cNvPr id="5" name="Rectangle 3">
            <a:extLst>
              <a:ext uri="{FF2B5EF4-FFF2-40B4-BE49-F238E27FC236}">
                <a16:creationId xmlns:a16="http://schemas.microsoft.com/office/drawing/2014/main" id="{808D686B-D294-458E-6234-A61CA1171A42}"/>
              </a:ext>
            </a:extLst>
          </p:cNvPr>
          <p:cNvSpPr>
            <a:spLocks noChangeArrowheads="1"/>
          </p:cNvSpPr>
          <p:nvPr/>
        </p:nvSpPr>
        <p:spPr bwMode="auto">
          <a:xfrm>
            <a:off x="765908" y="2049327"/>
            <a:ext cx="880012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65000"/>
                    <a:lumOff val="35000"/>
                  </a:schemeClr>
                </a:solidFill>
                <a:effectLst/>
                <a:latin typeface="Arial" panose="020B0604020202020204" pitchFamily="34" charset="0"/>
              </a:rPr>
              <a:t>Infrastructure</a:t>
            </a: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Establish physical locations for community-based education centers.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Ensure facilities include classrooms, computer labs, and accessible utilities.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65000"/>
                    <a:lumOff val="35000"/>
                  </a:schemeClr>
                </a:solidFill>
                <a:effectLst/>
                <a:latin typeface="Arial" panose="020B0604020202020204" pitchFamily="34" charset="0"/>
              </a:rPr>
              <a:t>Technology</a:t>
            </a: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Computers, internet access, and digital tools for learning.</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Educational software for digital literacy and skill-building.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65000"/>
                    <a:lumOff val="35000"/>
                  </a:schemeClr>
                </a:solidFill>
                <a:effectLst/>
                <a:latin typeface="Arial" panose="020B0604020202020204" pitchFamily="34" charset="0"/>
              </a:rPr>
              <a:t>Faculty and Staff</a:t>
            </a: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Skilled teachers for academic subjects.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Trainers for vocational and technical </a:t>
            </a:r>
            <a:r>
              <a:rPr kumimoji="0" lang="en-US" altLang="en-US" sz="1800" b="0" i="0" u="none" strike="noStrike" cap="none" normalizeH="0" baseline="0" dirty="0" err="1">
                <a:ln>
                  <a:noFill/>
                </a:ln>
                <a:solidFill>
                  <a:schemeClr val="tx1">
                    <a:lumMod val="65000"/>
                    <a:lumOff val="35000"/>
                  </a:schemeClr>
                </a:solidFill>
                <a:effectLst/>
                <a:latin typeface="Arial" panose="020B0604020202020204" pitchFamily="34" charset="0"/>
              </a:rPr>
              <a:t>programs.Mentors</a:t>
            </a: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for personal development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65000"/>
                    <a:lumOff val="35000"/>
                  </a:schemeClr>
                </a:solidFill>
                <a:effectLst/>
                <a:latin typeface="Arial" panose="020B0604020202020204" pitchFamily="34" charset="0"/>
              </a:rPr>
              <a:t>Curriculum and Resources</a:t>
            </a: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Customized curriculum for tutoring, digital literacy, and vocational training.</a:t>
            </a:r>
          </a:p>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tx1">
                    <a:lumMod val="65000"/>
                    <a:lumOff val="35000"/>
                  </a:schemeClr>
                </a:solidFill>
                <a:latin typeface="Arial" panose="020B0604020202020204" pitchFamily="34" charset="0"/>
              </a:rPr>
              <a:t>  </a:t>
            </a: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Educational materials such as books, workbooks, and multimedia resources.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p:txBody>
      </p:sp>
      <p:sp>
        <p:nvSpPr>
          <p:cNvPr id="7" name="矩形 25">
            <a:extLst>
              <a:ext uri="{FF2B5EF4-FFF2-40B4-BE49-F238E27FC236}">
                <a16:creationId xmlns:a16="http://schemas.microsoft.com/office/drawing/2014/main" id="{D5875772-F112-5983-98A5-A19F5AE934FC}"/>
              </a:ext>
            </a:extLst>
          </p:cNvPr>
          <p:cNvSpPr/>
          <p:nvPr/>
        </p:nvSpPr>
        <p:spPr>
          <a:xfrm>
            <a:off x="765908" y="1210481"/>
            <a:ext cx="5130736" cy="645160"/>
          </a:xfrm>
          <a:prstGeom prst="rect">
            <a:avLst/>
          </a:prstGeom>
        </p:spPr>
        <p:txBody>
          <a:bodyPr wrap="square">
            <a:spAutoFit/>
          </a:bodyPr>
          <a:lstStyle/>
          <a:p>
            <a:r>
              <a:rPr lang="en-IN" altLang="zh-CN" sz="3600" dirty="0">
                <a:solidFill>
                  <a:srgbClr val="A38FDD"/>
                </a:solidFill>
                <a:latin typeface="Righteous" panose="02010506000000020000" pitchFamily="2" charset="0"/>
                <a:ea typeface="+mj-ea"/>
                <a:cs typeface="Righteous" panose="02010506000000020000" pitchFamily="2" charset="0"/>
              </a:rPr>
              <a:t>PRIMARY NEEDS</a:t>
            </a:r>
          </a:p>
        </p:txBody>
      </p:sp>
      <p:pic>
        <p:nvPicPr>
          <p:cNvPr id="2" name="图形 71">
            <a:extLst>
              <a:ext uri="{FF2B5EF4-FFF2-40B4-BE49-F238E27FC236}">
                <a16:creationId xmlns:a16="http://schemas.microsoft.com/office/drawing/2014/main" id="{BC975189-58B3-DB5A-E185-2B579CF46CB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896600" y="1"/>
            <a:ext cx="1295398" cy="7548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E0277-D383-DD7B-35B1-FF03CF59AFF8}"/>
            </a:ext>
          </a:extLst>
        </p:cNvPr>
        <p:cNvGrpSpPr/>
        <p:nvPr/>
      </p:nvGrpSpPr>
      <p:grpSpPr>
        <a:xfrm>
          <a:off x="0" y="0"/>
          <a:ext cx="0" cy="0"/>
          <a:chOff x="0" y="0"/>
          <a:chExt cx="0" cy="0"/>
        </a:xfrm>
      </p:grpSpPr>
      <p:sp>
        <p:nvSpPr>
          <p:cNvPr id="26" name="矩形 25">
            <a:extLst>
              <a:ext uri="{FF2B5EF4-FFF2-40B4-BE49-F238E27FC236}">
                <a16:creationId xmlns:a16="http://schemas.microsoft.com/office/drawing/2014/main" id="{BD3510A2-A842-2B4C-2BCB-AEEFD5E98916}"/>
              </a:ext>
            </a:extLst>
          </p:cNvPr>
          <p:cNvSpPr/>
          <p:nvPr/>
        </p:nvSpPr>
        <p:spPr>
          <a:xfrm>
            <a:off x="977900" y="284358"/>
            <a:ext cx="5130736" cy="645160"/>
          </a:xfrm>
          <a:prstGeom prst="rect">
            <a:avLst/>
          </a:prstGeom>
        </p:spPr>
        <p:txBody>
          <a:bodyPr wrap="square">
            <a:spAutoFit/>
          </a:bodyPr>
          <a:lstStyle/>
          <a:p>
            <a:r>
              <a:rPr lang="en-IN" altLang="zh-CN" sz="3600" dirty="0">
                <a:solidFill>
                  <a:srgbClr val="A38FDD"/>
                </a:solidFill>
                <a:latin typeface="Righteous" panose="02010506000000020000" pitchFamily="2" charset="0"/>
                <a:ea typeface="+mj-ea"/>
                <a:cs typeface="Righteous" panose="02010506000000020000" pitchFamily="2" charset="0"/>
              </a:rPr>
              <a:t>INSIGHTS</a:t>
            </a:r>
          </a:p>
        </p:txBody>
      </p:sp>
      <p:sp>
        <p:nvSpPr>
          <p:cNvPr id="35" name="Rectangle 27">
            <a:extLst>
              <a:ext uri="{FF2B5EF4-FFF2-40B4-BE49-F238E27FC236}">
                <a16:creationId xmlns:a16="http://schemas.microsoft.com/office/drawing/2014/main" id="{087C27D3-FB97-4F90-E42B-76CB3BB2AF0B}"/>
              </a:ext>
            </a:extLst>
          </p:cNvPr>
          <p:cNvSpPr txBox="1"/>
          <p:nvPr/>
        </p:nvSpPr>
        <p:spPr>
          <a:xfrm>
            <a:off x="8585278" y="3455146"/>
            <a:ext cx="1234754" cy="1385134"/>
          </a:xfrm>
          <a:prstGeom prst="rect">
            <a:avLst/>
          </a:prstGeom>
          <a:ln w="12700">
            <a:miter lim="400000"/>
          </a:ln>
        </p:spPr>
        <p:txBody>
          <a:bodyPr lIns="22854" rIns="22854">
            <a:spAutoFit/>
          </a:bodyPr>
          <a:lstStyle>
            <a:lvl1pPr>
              <a:lnSpc>
                <a:spcPct val="80000"/>
              </a:lnSpc>
              <a:defRPr sz="6800">
                <a:solidFill>
                  <a:srgbClr val="FFFFFF"/>
                </a:solidFill>
                <a:latin typeface="Open Sans" panose="020B0606030504020204"/>
                <a:ea typeface="Open Sans" panose="020B0606030504020204"/>
                <a:cs typeface="Open Sans" panose="020B0606030504020204"/>
                <a:sym typeface="Open Sans" panose="020B0606030504020204"/>
              </a:defRPr>
            </a:lvl1pPr>
          </a:lstStyle>
          <a:p>
            <a:pPr algn="ctr"/>
            <a:endParaRPr sz="3400" dirty="0">
              <a:latin typeface="+mj-ea"/>
              <a:ea typeface="+mj-ea"/>
              <a:cs typeface="Manrope SemiBold" charset="0"/>
              <a:sym typeface="Manrope SemiBold" charset="0"/>
            </a:endParaRPr>
          </a:p>
        </p:txBody>
      </p:sp>
      <p:pic>
        <p:nvPicPr>
          <p:cNvPr id="12" name="图形 11">
            <a:extLst>
              <a:ext uri="{FF2B5EF4-FFF2-40B4-BE49-F238E27FC236}">
                <a16:creationId xmlns:a16="http://schemas.microsoft.com/office/drawing/2014/main" id="{693E86C6-365A-E651-ED7C-4E011797B1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2216" y="1157359"/>
            <a:ext cx="1982673" cy="3872408"/>
          </a:xfrm>
          <a:prstGeom prst="rect">
            <a:avLst/>
          </a:prstGeom>
        </p:spPr>
      </p:pic>
      <p:sp>
        <p:nvSpPr>
          <p:cNvPr id="7" name="矩形 25">
            <a:extLst>
              <a:ext uri="{FF2B5EF4-FFF2-40B4-BE49-F238E27FC236}">
                <a16:creationId xmlns:a16="http://schemas.microsoft.com/office/drawing/2014/main" id="{77063C89-75CC-B42C-8F9C-73276C0B2684}"/>
              </a:ext>
            </a:extLst>
          </p:cNvPr>
          <p:cNvSpPr/>
          <p:nvPr/>
        </p:nvSpPr>
        <p:spPr>
          <a:xfrm>
            <a:off x="765908" y="1210481"/>
            <a:ext cx="5130736" cy="645160"/>
          </a:xfrm>
          <a:prstGeom prst="rect">
            <a:avLst/>
          </a:prstGeom>
        </p:spPr>
        <p:txBody>
          <a:bodyPr wrap="square">
            <a:spAutoFit/>
          </a:bodyPr>
          <a:lstStyle/>
          <a:p>
            <a:r>
              <a:rPr lang="en-IN" altLang="zh-CN" sz="3600" dirty="0">
                <a:solidFill>
                  <a:srgbClr val="A38FDD"/>
                </a:solidFill>
                <a:latin typeface="Righteous" panose="02010506000000020000" pitchFamily="2" charset="0"/>
                <a:ea typeface="+mj-ea"/>
                <a:cs typeface="Righteous" panose="02010506000000020000" pitchFamily="2" charset="0"/>
              </a:rPr>
              <a:t>SECONDARY NEEDS</a:t>
            </a:r>
          </a:p>
        </p:txBody>
      </p:sp>
      <p:sp>
        <p:nvSpPr>
          <p:cNvPr id="6" name="Rectangle 3">
            <a:extLst>
              <a:ext uri="{FF2B5EF4-FFF2-40B4-BE49-F238E27FC236}">
                <a16:creationId xmlns:a16="http://schemas.microsoft.com/office/drawing/2014/main" id="{8B96BBF4-DE84-B457-11C0-6B29E8E059A6}"/>
              </a:ext>
            </a:extLst>
          </p:cNvPr>
          <p:cNvSpPr>
            <a:spLocks noChangeArrowheads="1"/>
          </p:cNvSpPr>
          <p:nvPr/>
        </p:nvSpPr>
        <p:spPr bwMode="auto">
          <a:xfrm>
            <a:off x="640861" y="2468691"/>
            <a:ext cx="886264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65000"/>
                    <a:lumOff val="35000"/>
                  </a:schemeClr>
                </a:solidFill>
                <a:effectLst/>
                <a:latin typeface="Arial" panose="020B0604020202020204" pitchFamily="34" charset="0"/>
              </a:rPr>
              <a:t>Extracurricular Activities</a:t>
            </a: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tx1">
                    <a:lumMod val="65000"/>
                    <a:lumOff val="35000"/>
                  </a:schemeClr>
                </a:solidFill>
                <a:latin typeface="Arial" panose="020B0604020202020204" pitchFamily="34" charset="0"/>
              </a:rPr>
              <a:t>   </a:t>
            </a: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Arts, sports, and cultural programs to foster creativity and teamwork.</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Clubs for debate, coding, or other interests to enhance engagement.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65000"/>
                    <a:lumOff val="35000"/>
                  </a:schemeClr>
                </a:solidFill>
                <a:effectLst/>
                <a:latin typeface="Arial" panose="020B0604020202020204" pitchFamily="34" charset="0"/>
              </a:rPr>
              <a:t>Parent and Community Involvement</a:t>
            </a: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Workshops for parents on the importance of education and support strategies.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Community events to build relationships and encourage participation.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65000"/>
                    <a:lumOff val="35000"/>
                  </a:schemeClr>
                </a:solidFill>
                <a:effectLst/>
                <a:latin typeface="Arial" panose="020B0604020202020204" pitchFamily="34" charset="0"/>
              </a:rPr>
              <a:t>Awareness Campaigns</a:t>
            </a: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Promoting the importance of education through local campaigns and social media.</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Reaching out to underserved communities to increase enrollment.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p:txBody>
      </p:sp>
      <p:pic>
        <p:nvPicPr>
          <p:cNvPr id="2" name="图形 71">
            <a:extLst>
              <a:ext uri="{FF2B5EF4-FFF2-40B4-BE49-F238E27FC236}">
                <a16:creationId xmlns:a16="http://schemas.microsoft.com/office/drawing/2014/main" id="{4DBC2132-A62D-ED03-E0BB-A5717A488F0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896600" y="1"/>
            <a:ext cx="1295398" cy="754834"/>
          </a:xfrm>
          <a:prstGeom prst="rect">
            <a:avLst/>
          </a:prstGeom>
        </p:spPr>
      </p:pic>
    </p:spTree>
    <p:extLst>
      <p:ext uri="{BB962C8B-B14F-4D97-AF65-F5344CB8AC3E}">
        <p14:creationId xmlns:p14="http://schemas.microsoft.com/office/powerpoint/2010/main" val="203714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AFB81-C837-5B57-378C-C31DCC721914}"/>
            </a:ext>
          </a:extLst>
        </p:cNvPr>
        <p:cNvGrpSpPr/>
        <p:nvPr/>
      </p:nvGrpSpPr>
      <p:grpSpPr>
        <a:xfrm>
          <a:off x="0" y="0"/>
          <a:ext cx="0" cy="0"/>
          <a:chOff x="0" y="0"/>
          <a:chExt cx="0" cy="0"/>
        </a:xfrm>
      </p:grpSpPr>
      <p:sp>
        <p:nvSpPr>
          <p:cNvPr id="26" name="矩形 25">
            <a:extLst>
              <a:ext uri="{FF2B5EF4-FFF2-40B4-BE49-F238E27FC236}">
                <a16:creationId xmlns:a16="http://schemas.microsoft.com/office/drawing/2014/main" id="{25FD107E-FACE-AF55-782C-310CA88D7D31}"/>
              </a:ext>
            </a:extLst>
          </p:cNvPr>
          <p:cNvSpPr/>
          <p:nvPr/>
        </p:nvSpPr>
        <p:spPr>
          <a:xfrm>
            <a:off x="977900" y="284358"/>
            <a:ext cx="5130736" cy="645160"/>
          </a:xfrm>
          <a:prstGeom prst="rect">
            <a:avLst/>
          </a:prstGeom>
        </p:spPr>
        <p:txBody>
          <a:bodyPr wrap="square">
            <a:spAutoFit/>
          </a:bodyPr>
          <a:lstStyle/>
          <a:p>
            <a:r>
              <a:rPr lang="en-IN" altLang="zh-CN" sz="3600" dirty="0">
                <a:solidFill>
                  <a:srgbClr val="A38FDD"/>
                </a:solidFill>
                <a:latin typeface="Righteous" panose="02010506000000020000" pitchFamily="2" charset="0"/>
                <a:ea typeface="+mj-ea"/>
                <a:cs typeface="Righteous" panose="02010506000000020000" pitchFamily="2" charset="0"/>
              </a:rPr>
              <a:t>INSIGHTS</a:t>
            </a:r>
          </a:p>
        </p:txBody>
      </p:sp>
      <p:sp>
        <p:nvSpPr>
          <p:cNvPr id="35" name="Rectangle 27">
            <a:extLst>
              <a:ext uri="{FF2B5EF4-FFF2-40B4-BE49-F238E27FC236}">
                <a16:creationId xmlns:a16="http://schemas.microsoft.com/office/drawing/2014/main" id="{45D1D91B-07A1-B3F2-5CC3-A5C50EAE0027}"/>
              </a:ext>
            </a:extLst>
          </p:cNvPr>
          <p:cNvSpPr txBox="1"/>
          <p:nvPr/>
        </p:nvSpPr>
        <p:spPr>
          <a:xfrm>
            <a:off x="8585278" y="3455146"/>
            <a:ext cx="1234754" cy="1385134"/>
          </a:xfrm>
          <a:prstGeom prst="rect">
            <a:avLst/>
          </a:prstGeom>
          <a:ln w="12700">
            <a:miter lim="400000"/>
          </a:ln>
        </p:spPr>
        <p:txBody>
          <a:bodyPr lIns="22854" rIns="22854">
            <a:spAutoFit/>
          </a:bodyPr>
          <a:lstStyle>
            <a:lvl1pPr>
              <a:lnSpc>
                <a:spcPct val="80000"/>
              </a:lnSpc>
              <a:defRPr sz="6800">
                <a:solidFill>
                  <a:srgbClr val="FFFFFF"/>
                </a:solidFill>
                <a:latin typeface="Open Sans" panose="020B0606030504020204"/>
                <a:ea typeface="Open Sans" panose="020B0606030504020204"/>
                <a:cs typeface="Open Sans" panose="020B0606030504020204"/>
                <a:sym typeface="Open Sans" panose="020B0606030504020204"/>
              </a:defRPr>
            </a:lvl1pPr>
          </a:lstStyle>
          <a:p>
            <a:pPr algn="ctr"/>
            <a:endParaRPr sz="3400" dirty="0">
              <a:latin typeface="+mj-ea"/>
              <a:ea typeface="+mj-ea"/>
              <a:cs typeface="Manrope SemiBold" charset="0"/>
              <a:sym typeface="Manrope SemiBold" charset="0"/>
            </a:endParaRPr>
          </a:p>
        </p:txBody>
      </p:sp>
      <p:pic>
        <p:nvPicPr>
          <p:cNvPr id="12" name="图形 11">
            <a:extLst>
              <a:ext uri="{FF2B5EF4-FFF2-40B4-BE49-F238E27FC236}">
                <a16:creationId xmlns:a16="http://schemas.microsoft.com/office/drawing/2014/main" id="{57181BB0-7D1F-72D9-2BB9-CE2A3628B0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2216" y="1157359"/>
            <a:ext cx="1982673" cy="3872408"/>
          </a:xfrm>
          <a:prstGeom prst="rect">
            <a:avLst/>
          </a:prstGeom>
        </p:spPr>
      </p:pic>
      <p:sp>
        <p:nvSpPr>
          <p:cNvPr id="7" name="矩形 25">
            <a:extLst>
              <a:ext uri="{FF2B5EF4-FFF2-40B4-BE49-F238E27FC236}">
                <a16:creationId xmlns:a16="http://schemas.microsoft.com/office/drawing/2014/main" id="{29C7CD27-4AA5-4CD1-3395-805AA860A284}"/>
              </a:ext>
            </a:extLst>
          </p:cNvPr>
          <p:cNvSpPr/>
          <p:nvPr/>
        </p:nvSpPr>
        <p:spPr>
          <a:xfrm>
            <a:off x="765908" y="1210481"/>
            <a:ext cx="5130736" cy="645160"/>
          </a:xfrm>
          <a:prstGeom prst="rect">
            <a:avLst/>
          </a:prstGeom>
        </p:spPr>
        <p:txBody>
          <a:bodyPr wrap="square">
            <a:spAutoFit/>
          </a:bodyPr>
          <a:lstStyle/>
          <a:p>
            <a:r>
              <a:rPr lang="en-IN" altLang="zh-CN" sz="3600" dirty="0">
                <a:solidFill>
                  <a:srgbClr val="A38FDD"/>
                </a:solidFill>
                <a:latin typeface="Righteous" panose="02010506000000020000" pitchFamily="2" charset="0"/>
                <a:ea typeface="+mj-ea"/>
                <a:cs typeface="Righteous" panose="02010506000000020000" pitchFamily="2" charset="0"/>
              </a:rPr>
              <a:t>LATENT NEEDS</a:t>
            </a:r>
          </a:p>
        </p:txBody>
      </p:sp>
      <p:sp>
        <p:nvSpPr>
          <p:cNvPr id="3" name="Rectangle 1">
            <a:extLst>
              <a:ext uri="{FF2B5EF4-FFF2-40B4-BE49-F238E27FC236}">
                <a16:creationId xmlns:a16="http://schemas.microsoft.com/office/drawing/2014/main" id="{AAC4C361-3173-E658-2A2E-CDEB05464BBC}"/>
              </a:ext>
            </a:extLst>
          </p:cNvPr>
          <p:cNvSpPr>
            <a:spLocks noChangeArrowheads="1"/>
          </p:cNvSpPr>
          <p:nvPr/>
        </p:nvSpPr>
        <p:spPr bwMode="auto">
          <a:xfrm>
            <a:off x="617415" y="2531956"/>
            <a:ext cx="825660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65000"/>
                    <a:lumOff val="35000"/>
                  </a:schemeClr>
                </a:solidFill>
                <a:effectLst/>
                <a:latin typeface="Arial" panose="020B0604020202020204" pitchFamily="34" charset="0"/>
              </a:rPr>
              <a:t>Advanced Skill Development</a:t>
            </a: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Offer specialized courses in trending fields like AI, coding , </a:t>
            </a:r>
            <a:r>
              <a:rPr kumimoji="0" lang="en-US" altLang="en-US" sz="1800" b="0" i="0" u="none" strike="noStrike" cap="none" normalizeH="0" baseline="0" dirty="0" err="1">
                <a:ln>
                  <a:noFill/>
                </a:ln>
                <a:solidFill>
                  <a:schemeClr val="tx1">
                    <a:lumMod val="65000"/>
                    <a:lumOff val="35000"/>
                  </a:schemeClr>
                </a:solidFill>
                <a:effectLst/>
                <a:latin typeface="Arial" panose="020B0604020202020204" pitchFamily="34" charset="0"/>
              </a:rPr>
              <a:t>etc</a:t>
            </a: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tx1">
                    <a:lumMod val="65000"/>
                    <a:lumOff val="35000"/>
                  </a:schemeClr>
                </a:solidFill>
                <a:latin typeface="Arial" panose="020B0604020202020204" pitchFamily="34" charset="0"/>
              </a:rPr>
              <a:t>  </a:t>
            </a: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Programs to bridge the gap between basic education and advanced careers.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65000"/>
                    <a:lumOff val="35000"/>
                  </a:schemeClr>
                </a:solidFill>
                <a:effectLst/>
                <a:latin typeface="Arial" panose="020B0604020202020204" pitchFamily="34" charset="0"/>
              </a:rPr>
              <a:t>Collaboration with Tech Giants</a:t>
            </a: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Partnerships with companies like Google, Microsoft, or local tech startups for     resources, workshops, and certifications.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p:txBody>
      </p:sp>
      <p:pic>
        <p:nvPicPr>
          <p:cNvPr id="2" name="图形 71">
            <a:extLst>
              <a:ext uri="{FF2B5EF4-FFF2-40B4-BE49-F238E27FC236}">
                <a16:creationId xmlns:a16="http://schemas.microsoft.com/office/drawing/2014/main" id="{F1FD110D-BBD8-D1D2-1A71-38A449DA75F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896600" y="1"/>
            <a:ext cx="1295398" cy="754834"/>
          </a:xfrm>
          <a:prstGeom prst="rect">
            <a:avLst/>
          </a:prstGeom>
        </p:spPr>
      </p:pic>
    </p:spTree>
    <p:extLst>
      <p:ext uri="{BB962C8B-B14F-4D97-AF65-F5344CB8AC3E}">
        <p14:creationId xmlns:p14="http://schemas.microsoft.com/office/powerpoint/2010/main" val="1105706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D8A86-1ED3-EA8B-DE8C-AAB4D98C1A22}"/>
            </a:ext>
          </a:extLst>
        </p:cNvPr>
        <p:cNvGrpSpPr/>
        <p:nvPr/>
      </p:nvGrpSpPr>
      <p:grpSpPr>
        <a:xfrm>
          <a:off x="0" y="0"/>
          <a:ext cx="0" cy="0"/>
          <a:chOff x="0" y="0"/>
          <a:chExt cx="0" cy="0"/>
        </a:xfrm>
      </p:grpSpPr>
      <p:sp>
        <p:nvSpPr>
          <p:cNvPr id="26" name="矩形 25">
            <a:extLst>
              <a:ext uri="{FF2B5EF4-FFF2-40B4-BE49-F238E27FC236}">
                <a16:creationId xmlns:a16="http://schemas.microsoft.com/office/drawing/2014/main" id="{7B15E26D-E14E-ECD7-C9C2-44A8A65B67BE}"/>
              </a:ext>
            </a:extLst>
          </p:cNvPr>
          <p:cNvSpPr/>
          <p:nvPr/>
        </p:nvSpPr>
        <p:spPr>
          <a:xfrm>
            <a:off x="977900" y="284358"/>
            <a:ext cx="5130736" cy="645160"/>
          </a:xfrm>
          <a:prstGeom prst="rect">
            <a:avLst/>
          </a:prstGeom>
        </p:spPr>
        <p:txBody>
          <a:bodyPr wrap="square">
            <a:spAutoFit/>
          </a:bodyPr>
          <a:lstStyle/>
          <a:p>
            <a:r>
              <a:rPr lang="en-IN" altLang="zh-CN" sz="3600" dirty="0">
                <a:solidFill>
                  <a:srgbClr val="A38FDD"/>
                </a:solidFill>
                <a:latin typeface="Righteous" panose="02010506000000020000" pitchFamily="2" charset="0"/>
                <a:ea typeface="+mj-ea"/>
                <a:cs typeface="Righteous" panose="02010506000000020000" pitchFamily="2" charset="0"/>
              </a:rPr>
              <a:t>TYPES OF USERS</a:t>
            </a:r>
          </a:p>
        </p:txBody>
      </p:sp>
      <p:sp>
        <p:nvSpPr>
          <p:cNvPr id="35" name="Rectangle 27">
            <a:extLst>
              <a:ext uri="{FF2B5EF4-FFF2-40B4-BE49-F238E27FC236}">
                <a16:creationId xmlns:a16="http://schemas.microsoft.com/office/drawing/2014/main" id="{8F941012-5501-6FCD-8186-C768DFE08D32}"/>
              </a:ext>
            </a:extLst>
          </p:cNvPr>
          <p:cNvSpPr txBox="1"/>
          <p:nvPr/>
        </p:nvSpPr>
        <p:spPr>
          <a:xfrm>
            <a:off x="8585278" y="3455146"/>
            <a:ext cx="1234754" cy="1385134"/>
          </a:xfrm>
          <a:prstGeom prst="rect">
            <a:avLst/>
          </a:prstGeom>
          <a:ln w="12700">
            <a:miter lim="400000"/>
          </a:ln>
        </p:spPr>
        <p:txBody>
          <a:bodyPr lIns="22854" rIns="22854">
            <a:spAutoFit/>
          </a:bodyPr>
          <a:lstStyle>
            <a:lvl1pPr>
              <a:lnSpc>
                <a:spcPct val="80000"/>
              </a:lnSpc>
              <a:defRPr sz="6800">
                <a:solidFill>
                  <a:srgbClr val="FFFFFF"/>
                </a:solidFill>
                <a:latin typeface="Open Sans" panose="020B0606030504020204"/>
                <a:ea typeface="Open Sans" panose="020B0606030504020204"/>
                <a:cs typeface="Open Sans" panose="020B0606030504020204"/>
                <a:sym typeface="Open Sans" panose="020B0606030504020204"/>
              </a:defRPr>
            </a:lvl1pPr>
          </a:lstStyle>
          <a:p>
            <a:pPr algn="ctr"/>
            <a:endParaRPr sz="3400" dirty="0">
              <a:latin typeface="+mj-ea"/>
              <a:ea typeface="+mj-ea"/>
              <a:cs typeface="Manrope SemiBold" charset="0"/>
              <a:sym typeface="Manrope SemiBold" charset="0"/>
            </a:endParaRPr>
          </a:p>
        </p:txBody>
      </p:sp>
      <p:pic>
        <p:nvPicPr>
          <p:cNvPr id="12" name="图形 11">
            <a:extLst>
              <a:ext uri="{FF2B5EF4-FFF2-40B4-BE49-F238E27FC236}">
                <a16:creationId xmlns:a16="http://schemas.microsoft.com/office/drawing/2014/main" id="{E980B6CA-85A6-D875-B4DD-BC8EC4035A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93826" y="1855641"/>
            <a:ext cx="1982673" cy="3872408"/>
          </a:xfrm>
          <a:prstGeom prst="rect">
            <a:avLst/>
          </a:prstGeom>
        </p:spPr>
      </p:pic>
      <p:sp>
        <p:nvSpPr>
          <p:cNvPr id="7" name="矩形 25">
            <a:extLst>
              <a:ext uri="{FF2B5EF4-FFF2-40B4-BE49-F238E27FC236}">
                <a16:creationId xmlns:a16="http://schemas.microsoft.com/office/drawing/2014/main" id="{2882163C-D9F8-2F38-FCFE-0CEAEF447E22}"/>
              </a:ext>
            </a:extLst>
          </p:cNvPr>
          <p:cNvSpPr/>
          <p:nvPr/>
        </p:nvSpPr>
        <p:spPr>
          <a:xfrm>
            <a:off x="765908" y="1210481"/>
            <a:ext cx="5130736" cy="645160"/>
          </a:xfrm>
          <a:prstGeom prst="rect">
            <a:avLst/>
          </a:prstGeom>
        </p:spPr>
        <p:txBody>
          <a:bodyPr wrap="square">
            <a:spAutoFit/>
          </a:bodyPr>
          <a:lstStyle/>
          <a:p>
            <a:r>
              <a:rPr lang="en-IN" altLang="zh-CN" sz="3600" dirty="0">
                <a:solidFill>
                  <a:srgbClr val="A38FDD"/>
                </a:solidFill>
                <a:latin typeface="Righteous" panose="02010506000000020000" pitchFamily="2" charset="0"/>
                <a:ea typeface="+mj-ea"/>
                <a:cs typeface="Righteous" panose="02010506000000020000" pitchFamily="2" charset="0"/>
              </a:rPr>
              <a:t>MAINSTREAM USERS</a:t>
            </a:r>
          </a:p>
        </p:txBody>
      </p:sp>
      <p:sp>
        <p:nvSpPr>
          <p:cNvPr id="4" name="Rectangle 1">
            <a:extLst>
              <a:ext uri="{FF2B5EF4-FFF2-40B4-BE49-F238E27FC236}">
                <a16:creationId xmlns:a16="http://schemas.microsoft.com/office/drawing/2014/main" id="{FC91F486-4E6B-0BDD-48E3-E08E1E8906CE}"/>
              </a:ext>
            </a:extLst>
          </p:cNvPr>
          <p:cNvSpPr>
            <a:spLocks noChangeArrowheads="1"/>
          </p:cNvSpPr>
          <p:nvPr/>
        </p:nvSpPr>
        <p:spPr bwMode="auto">
          <a:xfrm>
            <a:off x="765908" y="2254957"/>
            <a:ext cx="976421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65000"/>
                    <a:lumOff val="35000"/>
                  </a:schemeClr>
                </a:solidFill>
                <a:effectLst/>
                <a:latin typeface="Arial" panose="020B0604020202020204" pitchFamily="34" charset="0"/>
              </a:rPr>
              <a:t>Parents from Low-Income Families</a:t>
            </a: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Concerned about the quality of education their children receive.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Interested in affordable tutoring and skill-building programs.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Look for safe and trustworthy community initiatives.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65000"/>
                    <a:lumOff val="35000"/>
                  </a:schemeClr>
                </a:solidFill>
                <a:effectLst/>
                <a:latin typeface="Arial" panose="020B0604020202020204" pitchFamily="34" charset="0"/>
              </a:rPr>
              <a:t>Youth and Adults Seeking Skills</a:t>
            </a: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Individuals aiming to improve their employability through digital literacy or vocational training.</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Value practical skills that can lead to immediate job opportunities or income generation.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p:txBody>
      </p:sp>
      <p:pic>
        <p:nvPicPr>
          <p:cNvPr id="2" name="图形 71">
            <a:extLst>
              <a:ext uri="{FF2B5EF4-FFF2-40B4-BE49-F238E27FC236}">
                <a16:creationId xmlns:a16="http://schemas.microsoft.com/office/drawing/2014/main" id="{437A4382-6856-9EB2-7080-611319B44C4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896600" y="1"/>
            <a:ext cx="1295398" cy="754834"/>
          </a:xfrm>
          <a:prstGeom prst="rect">
            <a:avLst/>
          </a:prstGeom>
        </p:spPr>
      </p:pic>
    </p:spTree>
    <p:extLst>
      <p:ext uri="{BB962C8B-B14F-4D97-AF65-F5344CB8AC3E}">
        <p14:creationId xmlns:p14="http://schemas.microsoft.com/office/powerpoint/2010/main" val="3984244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3194C-F7BD-F9BA-0CED-E553237FB16A}"/>
            </a:ext>
          </a:extLst>
        </p:cNvPr>
        <p:cNvGrpSpPr/>
        <p:nvPr/>
      </p:nvGrpSpPr>
      <p:grpSpPr>
        <a:xfrm>
          <a:off x="0" y="0"/>
          <a:ext cx="0" cy="0"/>
          <a:chOff x="0" y="0"/>
          <a:chExt cx="0" cy="0"/>
        </a:xfrm>
      </p:grpSpPr>
      <p:sp>
        <p:nvSpPr>
          <p:cNvPr id="35" name="Rectangle 27">
            <a:extLst>
              <a:ext uri="{FF2B5EF4-FFF2-40B4-BE49-F238E27FC236}">
                <a16:creationId xmlns:a16="http://schemas.microsoft.com/office/drawing/2014/main" id="{6EEF4EB3-CC7B-8A73-68EC-8E5C9A20A371}"/>
              </a:ext>
            </a:extLst>
          </p:cNvPr>
          <p:cNvSpPr txBox="1"/>
          <p:nvPr/>
        </p:nvSpPr>
        <p:spPr>
          <a:xfrm>
            <a:off x="8585278" y="3455146"/>
            <a:ext cx="1234754" cy="1385134"/>
          </a:xfrm>
          <a:prstGeom prst="rect">
            <a:avLst/>
          </a:prstGeom>
          <a:ln w="12700">
            <a:miter lim="400000"/>
          </a:ln>
        </p:spPr>
        <p:txBody>
          <a:bodyPr lIns="22854" rIns="22854">
            <a:spAutoFit/>
          </a:bodyPr>
          <a:lstStyle>
            <a:lvl1pPr>
              <a:lnSpc>
                <a:spcPct val="80000"/>
              </a:lnSpc>
              <a:defRPr sz="6800">
                <a:solidFill>
                  <a:srgbClr val="FFFFFF"/>
                </a:solidFill>
                <a:latin typeface="Open Sans" panose="020B0606030504020204"/>
                <a:ea typeface="Open Sans" panose="020B0606030504020204"/>
                <a:cs typeface="Open Sans" panose="020B0606030504020204"/>
                <a:sym typeface="Open Sans" panose="020B0606030504020204"/>
              </a:defRPr>
            </a:lvl1pPr>
          </a:lstStyle>
          <a:p>
            <a:pPr algn="ctr"/>
            <a:endParaRPr sz="3400" dirty="0">
              <a:latin typeface="+mj-ea"/>
              <a:ea typeface="+mj-ea"/>
              <a:cs typeface="Manrope SemiBold" charset="0"/>
              <a:sym typeface="Manrope SemiBold" charset="0"/>
            </a:endParaRPr>
          </a:p>
        </p:txBody>
      </p:sp>
      <p:pic>
        <p:nvPicPr>
          <p:cNvPr id="12" name="图形 11">
            <a:extLst>
              <a:ext uri="{FF2B5EF4-FFF2-40B4-BE49-F238E27FC236}">
                <a16:creationId xmlns:a16="http://schemas.microsoft.com/office/drawing/2014/main" id="{6496A031-5336-8BDE-2DC3-5FC3716A64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93826" y="1855641"/>
            <a:ext cx="1982673" cy="3872408"/>
          </a:xfrm>
          <a:prstGeom prst="rect">
            <a:avLst/>
          </a:prstGeom>
        </p:spPr>
      </p:pic>
      <p:sp>
        <p:nvSpPr>
          <p:cNvPr id="7" name="矩形 25">
            <a:extLst>
              <a:ext uri="{FF2B5EF4-FFF2-40B4-BE49-F238E27FC236}">
                <a16:creationId xmlns:a16="http://schemas.microsoft.com/office/drawing/2014/main" id="{DE8D9059-DA25-FDC3-D01D-39ED6A5ADF20}"/>
              </a:ext>
            </a:extLst>
          </p:cNvPr>
          <p:cNvSpPr/>
          <p:nvPr/>
        </p:nvSpPr>
        <p:spPr>
          <a:xfrm>
            <a:off x="765908" y="1210481"/>
            <a:ext cx="5130736" cy="645160"/>
          </a:xfrm>
          <a:prstGeom prst="rect">
            <a:avLst/>
          </a:prstGeom>
        </p:spPr>
        <p:txBody>
          <a:bodyPr wrap="square">
            <a:spAutoFit/>
          </a:bodyPr>
          <a:lstStyle/>
          <a:p>
            <a:r>
              <a:rPr lang="en-IN" altLang="zh-CN" sz="3600" dirty="0">
                <a:solidFill>
                  <a:srgbClr val="A38FDD"/>
                </a:solidFill>
                <a:latin typeface="Righteous" panose="02010506000000020000" pitchFamily="2" charset="0"/>
                <a:ea typeface="+mj-ea"/>
                <a:cs typeface="Righteous" panose="02010506000000020000" pitchFamily="2" charset="0"/>
              </a:rPr>
              <a:t>LEADSTREAM USERS</a:t>
            </a:r>
          </a:p>
        </p:txBody>
      </p:sp>
      <p:sp>
        <p:nvSpPr>
          <p:cNvPr id="3" name="Rectangle 1">
            <a:extLst>
              <a:ext uri="{FF2B5EF4-FFF2-40B4-BE49-F238E27FC236}">
                <a16:creationId xmlns:a16="http://schemas.microsoft.com/office/drawing/2014/main" id="{C51DA40E-E334-20CF-B65D-B1839D424CD3}"/>
              </a:ext>
            </a:extLst>
          </p:cNvPr>
          <p:cNvSpPr>
            <a:spLocks noChangeArrowheads="1"/>
          </p:cNvSpPr>
          <p:nvPr/>
        </p:nvSpPr>
        <p:spPr bwMode="auto">
          <a:xfrm>
            <a:off x="765908" y="2398677"/>
            <a:ext cx="737471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65000"/>
                    <a:lumOff val="35000"/>
                  </a:schemeClr>
                </a:solidFill>
                <a:effectLst/>
                <a:latin typeface="Arial" panose="020B0604020202020204" pitchFamily="34" charset="0"/>
              </a:rPr>
              <a:t>Early Adopters of New Educational Initiatives</a:t>
            </a: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Actively seek solutions to bridge educational gaps in their community.</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Willing to experiment with new teaching and learning methods.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65000"/>
                    <a:lumOff val="35000"/>
                  </a:schemeClr>
                </a:solidFill>
                <a:effectLst/>
                <a:latin typeface="Arial" panose="020B0604020202020204" pitchFamily="34" charset="0"/>
              </a:rPr>
              <a:t>Community Advocates and Influencers</a:t>
            </a: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Respected figures who can rally others to participate in the program.</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Often serve as the voice for underserved groups.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p:txBody>
      </p:sp>
      <p:pic>
        <p:nvPicPr>
          <p:cNvPr id="2" name="图形 71">
            <a:extLst>
              <a:ext uri="{FF2B5EF4-FFF2-40B4-BE49-F238E27FC236}">
                <a16:creationId xmlns:a16="http://schemas.microsoft.com/office/drawing/2014/main" id="{EF6570A5-4A23-A676-5A9D-9091AA7ECE5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896600" y="1"/>
            <a:ext cx="1295398" cy="754834"/>
          </a:xfrm>
          <a:prstGeom prst="rect">
            <a:avLst/>
          </a:prstGeom>
        </p:spPr>
      </p:pic>
    </p:spTree>
    <p:extLst>
      <p:ext uri="{BB962C8B-B14F-4D97-AF65-F5344CB8AC3E}">
        <p14:creationId xmlns:p14="http://schemas.microsoft.com/office/powerpoint/2010/main" val="278414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3D1D6-D3E8-7873-63D0-ED5C774DD662}"/>
            </a:ext>
          </a:extLst>
        </p:cNvPr>
        <p:cNvGrpSpPr/>
        <p:nvPr/>
      </p:nvGrpSpPr>
      <p:grpSpPr>
        <a:xfrm>
          <a:off x="0" y="0"/>
          <a:ext cx="0" cy="0"/>
          <a:chOff x="0" y="0"/>
          <a:chExt cx="0" cy="0"/>
        </a:xfrm>
      </p:grpSpPr>
      <p:sp>
        <p:nvSpPr>
          <p:cNvPr id="35" name="Rectangle 27">
            <a:extLst>
              <a:ext uri="{FF2B5EF4-FFF2-40B4-BE49-F238E27FC236}">
                <a16:creationId xmlns:a16="http://schemas.microsoft.com/office/drawing/2014/main" id="{762F6B72-F4E3-D4C4-CF6C-05E52F13A943}"/>
              </a:ext>
            </a:extLst>
          </p:cNvPr>
          <p:cNvSpPr txBox="1"/>
          <p:nvPr/>
        </p:nvSpPr>
        <p:spPr>
          <a:xfrm>
            <a:off x="8585278" y="3455146"/>
            <a:ext cx="1234754" cy="1385134"/>
          </a:xfrm>
          <a:prstGeom prst="rect">
            <a:avLst/>
          </a:prstGeom>
          <a:ln w="12700">
            <a:miter lim="400000"/>
          </a:ln>
        </p:spPr>
        <p:txBody>
          <a:bodyPr lIns="22854" rIns="22854">
            <a:spAutoFit/>
          </a:bodyPr>
          <a:lstStyle>
            <a:lvl1pPr>
              <a:lnSpc>
                <a:spcPct val="80000"/>
              </a:lnSpc>
              <a:defRPr sz="6800">
                <a:solidFill>
                  <a:srgbClr val="FFFFFF"/>
                </a:solidFill>
                <a:latin typeface="Open Sans" panose="020B0606030504020204"/>
                <a:ea typeface="Open Sans" panose="020B0606030504020204"/>
                <a:cs typeface="Open Sans" panose="020B0606030504020204"/>
                <a:sym typeface="Open Sans" panose="020B0606030504020204"/>
              </a:defRPr>
            </a:lvl1pPr>
          </a:lstStyle>
          <a:p>
            <a:pPr algn="ctr"/>
            <a:endParaRPr sz="3400" dirty="0">
              <a:latin typeface="+mj-ea"/>
              <a:ea typeface="+mj-ea"/>
              <a:cs typeface="Manrope SemiBold" charset="0"/>
              <a:sym typeface="Manrope SemiBold" charset="0"/>
            </a:endParaRPr>
          </a:p>
        </p:txBody>
      </p:sp>
      <p:pic>
        <p:nvPicPr>
          <p:cNvPr id="12" name="图形 11">
            <a:extLst>
              <a:ext uri="{FF2B5EF4-FFF2-40B4-BE49-F238E27FC236}">
                <a16:creationId xmlns:a16="http://schemas.microsoft.com/office/drawing/2014/main" id="{FBE3C6B4-B5B0-C54C-704E-5385FED8E1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45056" y="2543395"/>
            <a:ext cx="1982673" cy="3872408"/>
          </a:xfrm>
          <a:prstGeom prst="rect">
            <a:avLst/>
          </a:prstGeom>
        </p:spPr>
      </p:pic>
      <p:sp>
        <p:nvSpPr>
          <p:cNvPr id="7" name="矩形 25">
            <a:extLst>
              <a:ext uri="{FF2B5EF4-FFF2-40B4-BE49-F238E27FC236}">
                <a16:creationId xmlns:a16="http://schemas.microsoft.com/office/drawing/2014/main" id="{C307F4F4-34AB-4CD8-8161-6536C2D2DCC8}"/>
              </a:ext>
            </a:extLst>
          </p:cNvPr>
          <p:cNvSpPr/>
          <p:nvPr/>
        </p:nvSpPr>
        <p:spPr>
          <a:xfrm>
            <a:off x="765908" y="1210481"/>
            <a:ext cx="5130736" cy="645160"/>
          </a:xfrm>
          <a:prstGeom prst="rect">
            <a:avLst/>
          </a:prstGeom>
        </p:spPr>
        <p:txBody>
          <a:bodyPr wrap="square">
            <a:spAutoFit/>
          </a:bodyPr>
          <a:lstStyle/>
          <a:p>
            <a:r>
              <a:rPr lang="en-IN" altLang="zh-CN" sz="3600" dirty="0">
                <a:solidFill>
                  <a:srgbClr val="A38FDD"/>
                </a:solidFill>
                <a:latin typeface="Righteous" panose="02010506000000020000" pitchFamily="2" charset="0"/>
                <a:ea typeface="+mj-ea"/>
                <a:cs typeface="Righteous" panose="02010506000000020000" pitchFamily="2" charset="0"/>
              </a:rPr>
              <a:t>EXSTREAM USERS</a:t>
            </a:r>
          </a:p>
        </p:txBody>
      </p:sp>
      <p:sp>
        <p:nvSpPr>
          <p:cNvPr id="4" name="Rectangle 1">
            <a:extLst>
              <a:ext uri="{FF2B5EF4-FFF2-40B4-BE49-F238E27FC236}">
                <a16:creationId xmlns:a16="http://schemas.microsoft.com/office/drawing/2014/main" id="{1B208D92-0A49-6E51-E17B-4BC075437FFD}"/>
              </a:ext>
            </a:extLst>
          </p:cNvPr>
          <p:cNvSpPr>
            <a:spLocks noChangeArrowheads="1"/>
          </p:cNvSpPr>
          <p:nvPr/>
        </p:nvSpPr>
        <p:spPr bwMode="auto">
          <a:xfrm>
            <a:off x="765908" y="2300984"/>
            <a:ext cx="1039258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65000"/>
                    <a:lumOff val="35000"/>
                  </a:schemeClr>
                </a:solidFill>
                <a:effectLst/>
                <a:latin typeface="Arial" panose="020B0604020202020204" pitchFamily="34" charset="0"/>
              </a:rPr>
              <a:t>Highly Disadvantaged Individuals</a:t>
            </a: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Children or adults with no access to formal education due to severe poverty or marginalized status.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May include individuals from homeless families or minority groups facing discrimination.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65000"/>
                    <a:lumOff val="35000"/>
                  </a:schemeClr>
                </a:solidFill>
                <a:effectLst/>
                <a:latin typeface="Arial" panose="020B0604020202020204" pitchFamily="34" charset="0"/>
              </a:rPr>
              <a:t>Overachievers from Low-Income Groups</a:t>
            </a: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Exceptionally motivated individuals striving for excellence despite limited resources.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rPr>
              <a:t>  Often self-learners or those who seek out any available opportunities for education.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lumMod val="65000"/>
                  <a:lumOff val="35000"/>
                </a:schemeClr>
              </a:solidFill>
              <a:effectLst/>
              <a:latin typeface="Arial" panose="020B0604020202020204" pitchFamily="34" charset="0"/>
            </a:endParaRPr>
          </a:p>
        </p:txBody>
      </p:sp>
      <p:pic>
        <p:nvPicPr>
          <p:cNvPr id="2" name="图形 71">
            <a:extLst>
              <a:ext uri="{FF2B5EF4-FFF2-40B4-BE49-F238E27FC236}">
                <a16:creationId xmlns:a16="http://schemas.microsoft.com/office/drawing/2014/main" id="{E0802687-6A19-B867-BB71-71ED79CC0CD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896600" y="1"/>
            <a:ext cx="1295398" cy="754834"/>
          </a:xfrm>
          <a:prstGeom prst="rect">
            <a:avLst/>
          </a:prstGeom>
        </p:spPr>
      </p:pic>
    </p:spTree>
    <p:extLst>
      <p:ext uri="{BB962C8B-B14F-4D97-AF65-F5344CB8AC3E}">
        <p14:creationId xmlns:p14="http://schemas.microsoft.com/office/powerpoint/2010/main" val="512773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6AAAE-0524-B72D-D57B-36C14988DE67}"/>
            </a:ext>
          </a:extLst>
        </p:cNvPr>
        <p:cNvGrpSpPr/>
        <p:nvPr/>
      </p:nvGrpSpPr>
      <p:grpSpPr>
        <a:xfrm>
          <a:off x="0" y="0"/>
          <a:ext cx="0" cy="0"/>
          <a:chOff x="0" y="0"/>
          <a:chExt cx="0" cy="0"/>
        </a:xfrm>
      </p:grpSpPr>
      <p:sp>
        <p:nvSpPr>
          <p:cNvPr id="35" name="Rectangle 27">
            <a:extLst>
              <a:ext uri="{FF2B5EF4-FFF2-40B4-BE49-F238E27FC236}">
                <a16:creationId xmlns:a16="http://schemas.microsoft.com/office/drawing/2014/main" id="{35CFF1C9-A974-21D6-2D46-BC3FDDCBA3D6}"/>
              </a:ext>
            </a:extLst>
          </p:cNvPr>
          <p:cNvSpPr txBox="1"/>
          <p:nvPr/>
        </p:nvSpPr>
        <p:spPr>
          <a:xfrm>
            <a:off x="8585278" y="3455146"/>
            <a:ext cx="1234754" cy="1385134"/>
          </a:xfrm>
          <a:prstGeom prst="rect">
            <a:avLst/>
          </a:prstGeom>
          <a:ln w="12700">
            <a:miter lim="400000"/>
          </a:ln>
        </p:spPr>
        <p:txBody>
          <a:bodyPr lIns="22854" rIns="22854">
            <a:spAutoFit/>
          </a:bodyPr>
          <a:lstStyle>
            <a:lvl1pPr>
              <a:lnSpc>
                <a:spcPct val="80000"/>
              </a:lnSpc>
              <a:defRPr sz="6800">
                <a:solidFill>
                  <a:srgbClr val="FFFFFF"/>
                </a:solidFill>
                <a:latin typeface="Open Sans" panose="020B0606030504020204"/>
                <a:ea typeface="Open Sans" panose="020B0606030504020204"/>
                <a:cs typeface="Open Sans" panose="020B0606030504020204"/>
                <a:sym typeface="Open Sans" panose="020B0606030504020204"/>
              </a:defRPr>
            </a:lvl1pPr>
          </a:lstStyle>
          <a:p>
            <a:pPr algn="ctr"/>
            <a:endParaRPr sz="3400" dirty="0">
              <a:latin typeface="+mj-ea"/>
              <a:ea typeface="+mj-ea"/>
              <a:cs typeface="Manrope SemiBold" charset="0"/>
              <a:sym typeface="Manrope SemiBold" charset="0"/>
            </a:endParaRPr>
          </a:p>
        </p:txBody>
      </p:sp>
      <p:pic>
        <p:nvPicPr>
          <p:cNvPr id="12" name="图形 11">
            <a:extLst>
              <a:ext uri="{FF2B5EF4-FFF2-40B4-BE49-F238E27FC236}">
                <a16:creationId xmlns:a16="http://schemas.microsoft.com/office/drawing/2014/main" id="{00C7724B-945D-BB62-6231-BD8F15B526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2216" y="1157359"/>
            <a:ext cx="1982673" cy="3872408"/>
          </a:xfrm>
          <a:prstGeom prst="rect">
            <a:avLst/>
          </a:prstGeom>
        </p:spPr>
      </p:pic>
      <p:sp>
        <p:nvSpPr>
          <p:cNvPr id="7" name="矩形 25">
            <a:extLst>
              <a:ext uri="{FF2B5EF4-FFF2-40B4-BE49-F238E27FC236}">
                <a16:creationId xmlns:a16="http://schemas.microsoft.com/office/drawing/2014/main" id="{6CF24B34-088B-A851-70E3-E12FAC7EAE72}"/>
              </a:ext>
            </a:extLst>
          </p:cNvPr>
          <p:cNvSpPr/>
          <p:nvPr/>
        </p:nvSpPr>
        <p:spPr>
          <a:xfrm>
            <a:off x="765907" y="1210481"/>
            <a:ext cx="7299569" cy="646331"/>
          </a:xfrm>
          <a:prstGeom prst="rect">
            <a:avLst/>
          </a:prstGeom>
        </p:spPr>
        <p:txBody>
          <a:bodyPr wrap="square">
            <a:spAutoFit/>
          </a:bodyPr>
          <a:lstStyle/>
          <a:p>
            <a:r>
              <a:rPr lang="en-IN" altLang="zh-CN" sz="3600" dirty="0">
                <a:solidFill>
                  <a:srgbClr val="A38FDD"/>
                </a:solidFill>
                <a:latin typeface="Righteous" panose="02010506000000020000" pitchFamily="2" charset="0"/>
                <a:ea typeface="+mj-ea"/>
                <a:cs typeface="Righteous" panose="02010506000000020000" pitchFamily="2" charset="0"/>
              </a:rPr>
              <a:t>IDEATION METHOD-SCAMPER</a:t>
            </a:r>
          </a:p>
        </p:txBody>
      </p:sp>
      <p:sp>
        <p:nvSpPr>
          <p:cNvPr id="2" name="TextBox 1">
            <a:extLst>
              <a:ext uri="{FF2B5EF4-FFF2-40B4-BE49-F238E27FC236}">
                <a16:creationId xmlns:a16="http://schemas.microsoft.com/office/drawing/2014/main" id="{D067F346-62EF-9190-798A-27CB982FE6B0}"/>
              </a:ext>
            </a:extLst>
          </p:cNvPr>
          <p:cNvSpPr txBox="1"/>
          <p:nvPr/>
        </p:nvSpPr>
        <p:spPr>
          <a:xfrm>
            <a:off x="765907" y="2531956"/>
            <a:ext cx="8809078" cy="2308324"/>
          </a:xfrm>
          <a:prstGeom prst="rect">
            <a:avLst/>
          </a:prstGeom>
          <a:noFill/>
        </p:spPr>
        <p:txBody>
          <a:bodyPr wrap="square" rtlCol="0">
            <a:spAutoFit/>
          </a:bodyPr>
          <a:lstStyle/>
          <a:p>
            <a:pPr marL="342900" indent="-342900">
              <a:buAutoNum type="arabicPeriod"/>
            </a:pPr>
            <a:r>
              <a:rPr lang="en-US" b="1" dirty="0">
                <a:solidFill>
                  <a:schemeClr val="tx1">
                    <a:lumMod val="65000"/>
                    <a:lumOff val="35000"/>
                  </a:schemeClr>
                </a:solidFill>
              </a:rPr>
              <a:t>Collaborative Techniques</a:t>
            </a:r>
          </a:p>
          <a:p>
            <a:r>
              <a:rPr lang="en-US" b="1" dirty="0">
                <a:solidFill>
                  <a:schemeClr val="tx1">
                    <a:lumMod val="65000"/>
                    <a:lumOff val="35000"/>
                  </a:schemeClr>
                </a:solidFill>
              </a:rPr>
              <a:t> Purpose:</a:t>
            </a:r>
            <a:r>
              <a:rPr lang="en-US" dirty="0">
                <a:solidFill>
                  <a:schemeClr val="tx1">
                    <a:lumMod val="65000"/>
                    <a:lumOff val="35000"/>
                  </a:schemeClr>
                </a:solidFill>
              </a:rPr>
              <a:t> Leverage group creativity and teamwork.</a:t>
            </a:r>
          </a:p>
          <a:p>
            <a:pPr>
              <a:buFont typeface="Arial" panose="020B0604020202020204" pitchFamily="34" charset="0"/>
              <a:buChar char="•"/>
            </a:pPr>
            <a:r>
              <a:rPr lang="en-US" b="1" dirty="0">
                <a:solidFill>
                  <a:schemeClr val="tx1">
                    <a:lumMod val="65000"/>
                    <a:lumOff val="35000"/>
                  </a:schemeClr>
                </a:solidFill>
              </a:rPr>
              <a:t>Brainstorming</a:t>
            </a:r>
            <a:r>
              <a:rPr lang="en-US" dirty="0">
                <a:solidFill>
                  <a:schemeClr val="tx1">
                    <a:lumMod val="65000"/>
                    <a:lumOff val="35000"/>
                  </a:schemeClr>
                </a:solidFill>
              </a:rPr>
              <a:t>: Open sharing of ideas without judgment.</a:t>
            </a:r>
          </a:p>
          <a:p>
            <a:pPr>
              <a:buFont typeface="Arial" panose="020B0604020202020204" pitchFamily="34" charset="0"/>
              <a:buChar char="•"/>
            </a:pPr>
            <a:r>
              <a:rPr lang="en-US" b="1" dirty="0">
                <a:solidFill>
                  <a:schemeClr val="tx1">
                    <a:lumMod val="65000"/>
                    <a:lumOff val="35000"/>
                  </a:schemeClr>
                </a:solidFill>
              </a:rPr>
              <a:t>Mind Mapping</a:t>
            </a:r>
            <a:r>
              <a:rPr lang="en-US" dirty="0">
                <a:solidFill>
                  <a:schemeClr val="tx1">
                    <a:lumMod val="65000"/>
                    <a:lumOff val="35000"/>
                  </a:schemeClr>
                </a:solidFill>
              </a:rPr>
              <a:t>: Visualizing connections between concepts.</a:t>
            </a:r>
          </a:p>
          <a:p>
            <a:pPr>
              <a:buFont typeface="Arial" panose="020B0604020202020204" pitchFamily="34" charset="0"/>
              <a:buChar char="•"/>
            </a:pPr>
            <a:r>
              <a:rPr lang="en-US" b="1" dirty="0">
                <a:solidFill>
                  <a:schemeClr val="tx1">
                    <a:lumMod val="65000"/>
                    <a:lumOff val="35000"/>
                  </a:schemeClr>
                </a:solidFill>
              </a:rPr>
              <a:t>Affinity Diagrams</a:t>
            </a:r>
            <a:r>
              <a:rPr lang="en-US" dirty="0">
                <a:solidFill>
                  <a:schemeClr val="tx1">
                    <a:lumMod val="65000"/>
                    <a:lumOff val="35000"/>
                  </a:schemeClr>
                </a:solidFill>
              </a:rPr>
              <a:t>: Grouping related ideas for deeper insights.</a:t>
            </a:r>
          </a:p>
          <a:p>
            <a:pPr>
              <a:buFont typeface="Arial" panose="020B0604020202020204" pitchFamily="34" charset="0"/>
              <a:buChar char="•"/>
            </a:pPr>
            <a:r>
              <a:rPr lang="en-US" b="1" dirty="0">
                <a:solidFill>
                  <a:schemeClr val="tx1">
                    <a:lumMod val="65000"/>
                    <a:lumOff val="35000"/>
                  </a:schemeClr>
                </a:solidFill>
              </a:rPr>
              <a:t>Round Robin</a:t>
            </a:r>
            <a:r>
              <a:rPr lang="en-US" dirty="0">
                <a:solidFill>
                  <a:schemeClr val="tx1">
                    <a:lumMod val="65000"/>
                    <a:lumOff val="35000"/>
                  </a:schemeClr>
                </a:solidFill>
              </a:rPr>
              <a:t>: Each participant contributes one idea in turn.</a:t>
            </a:r>
          </a:p>
          <a:p>
            <a:pPr>
              <a:buFont typeface="Arial" panose="020B0604020202020204" pitchFamily="34" charset="0"/>
              <a:buChar char="•"/>
            </a:pPr>
            <a:r>
              <a:rPr lang="en-US" b="1" dirty="0">
                <a:solidFill>
                  <a:schemeClr val="tx1">
                    <a:lumMod val="65000"/>
                    <a:lumOff val="35000"/>
                  </a:schemeClr>
                </a:solidFill>
              </a:rPr>
              <a:t>Co-Design</a:t>
            </a:r>
            <a:r>
              <a:rPr lang="en-US" dirty="0">
                <a:solidFill>
                  <a:schemeClr val="tx1">
                    <a:lumMod val="65000"/>
                    <a:lumOff val="35000"/>
                  </a:schemeClr>
                </a:solidFill>
              </a:rPr>
              <a:t>: Engaging stakeholders in the ideation process.</a:t>
            </a:r>
          </a:p>
          <a:p>
            <a:endParaRPr lang="en-IN" dirty="0">
              <a:solidFill>
                <a:schemeClr val="tx1">
                  <a:lumMod val="65000"/>
                  <a:lumOff val="35000"/>
                </a:schemeClr>
              </a:solidFill>
            </a:endParaRPr>
          </a:p>
        </p:txBody>
      </p:sp>
      <p:pic>
        <p:nvPicPr>
          <p:cNvPr id="3" name="图形 71">
            <a:extLst>
              <a:ext uri="{FF2B5EF4-FFF2-40B4-BE49-F238E27FC236}">
                <a16:creationId xmlns:a16="http://schemas.microsoft.com/office/drawing/2014/main" id="{312CAB25-024B-BA81-4CA2-4D9E09695AF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896600" y="1"/>
            <a:ext cx="1295398" cy="754834"/>
          </a:xfrm>
          <a:prstGeom prst="rect">
            <a:avLst/>
          </a:prstGeom>
        </p:spPr>
      </p:pic>
    </p:spTree>
    <p:extLst>
      <p:ext uri="{BB962C8B-B14F-4D97-AF65-F5344CB8AC3E}">
        <p14:creationId xmlns:p14="http://schemas.microsoft.com/office/powerpoint/2010/main" val="3510922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DE8EE-BD80-C6AB-E580-0D78C5FFA423}"/>
            </a:ext>
          </a:extLst>
        </p:cNvPr>
        <p:cNvGrpSpPr/>
        <p:nvPr/>
      </p:nvGrpSpPr>
      <p:grpSpPr>
        <a:xfrm>
          <a:off x="0" y="0"/>
          <a:ext cx="0" cy="0"/>
          <a:chOff x="0" y="0"/>
          <a:chExt cx="0" cy="0"/>
        </a:xfrm>
      </p:grpSpPr>
      <p:sp>
        <p:nvSpPr>
          <p:cNvPr id="35" name="Rectangle 27">
            <a:extLst>
              <a:ext uri="{FF2B5EF4-FFF2-40B4-BE49-F238E27FC236}">
                <a16:creationId xmlns:a16="http://schemas.microsoft.com/office/drawing/2014/main" id="{988D198C-879C-4123-89CF-14B75FCD6D98}"/>
              </a:ext>
            </a:extLst>
          </p:cNvPr>
          <p:cNvSpPr txBox="1"/>
          <p:nvPr/>
        </p:nvSpPr>
        <p:spPr>
          <a:xfrm>
            <a:off x="8585278" y="3455146"/>
            <a:ext cx="1234754" cy="1385134"/>
          </a:xfrm>
          <a:prstGeom prst="rect">
            <a:avLst/>
          </a:prstGeom>
          <a:ln w="12700">
            <a:miter lim="400000"/>
          </a:ln>
        </p:spPr>
        <p:txBody>
          <a:bodyPr lIns="22854" rIns="22854">
            <a:spAutoFit/>
          </a:bodyPr>
          <a:lstStyle>
            <a:lvl1pPr>
              <a:lnSpc>
                <a:spcPct val="80000"/>
              </a:lnSpc>
              <a:defRPr sz="6800">
                <a:solidFill>
                  <a:srgbClr val="FFFFFF"/>
                </a:solidFill>
                <a:latin typeface="Open Sans" panose="020B0606030504020204"/>
                <a:ea typeface="Open Sans" panose="020B0606030504020204"/>
                <a:cs typeface="Open Sans" panose="020B0606030504020204"/>
                <a:sym typeface="Open Sans" panose="020B0606030504020204"/>
              </a:defRPr>
            </a:lvl1pPr>
          </a:lstStyle>
          <a:p>
            <a:pPr algn="ctr"/>
            <a:endParaRPr sz="3400" dirty="0">
              <a:latin typeface="+mj-ea"/>
              <a:ea typeface="+mj-ea"/>
              <a:cs typeface="Manrope SemiBold" charset="0"/>
              <a:sym typeface="Manrope SemiBold" charset="0"/>
            </a:endParaRPr>
          </a:p>
        </p:txBody>
      </p:sp>
      <p:pic>
        <p:nvPicPr>
          <p:cNvPr id="12" name="图形 11">
            <a:extLst>
              <a:ext uri="{FF2B5EF4-FFF2-40B4-BE49-F238E27FC236}">
                <a16:creationId xmlns:a16="http://schemas.microsoft.com/office/drawing/2014/main" id="{01BABEBA-235A-F834-464B-9626C6EE95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2216" y="1157359"/>
            <a:ext cx="1982673" cy="3872408"/>
          </a:xfrm>
          <a:prstGeom prst="rect">
            <a:avLst/>
          </a:prstGeom>
        </p:spPr>
      </p:pic>
      <p:sp>
        <p:nvSpPr>
          <p:cNvPr id="7" name="矩形 25">
            <a:extLst>
              <a:ext uri="{FF2B5EF4-FFF2-40B4-BE49-F238E27FC236}">
                <a16:creationId xmlns:a16="http://schemas.microsoft.com/office/drawing/2014/main" id="{0FEECC86-D4BB-E98A-DC37-7A7C4101CC29}"/>
              </a:ext>
            </a:extLst>
          </p:cNvPr>
          <p:cNvSpPr/>
          <p:nvPr/>
        </p:nvSpPr>
        <p:spPr>
          <a:xfrm>
            <a:off x="765907" y="1210481"/>
            <a:ext cx="7299569" cy="646331"/>
          </a:xfrm>
          <a:prstGeom prst="rect">
            <a:avLst/>
          </a:prstGeom>
        </p:spPr>
        <p:txBody>
          <a:bodyPr wrap="square">
            <a:spAutoFit/>
          </a:bodyPr>
          <a:lstStyle/>
          <a:p>
            <a:r>
              <a:rPr lang="en-IN" altLang="zh-CN" sz="3600" dirty="0">
                <a:solidFill>
                  <a:srgbClr val="A38FDD"/>
                </a:solidFill>
                <a:latin typeface="Righteous" panose="02010506000000020000" pitchFamily="2" charset="0"/>
                <a:ea typeface="+mj-ea"/>
                <a:cs typeface="Righteous" panose="02010506000000020000" pitchFamily="2" charset="0"/>
              </a:rPr>
              <a:t>IDEATION METHOD-SCAMPER</a:t>
            </a:r>
          </a:p>
        </p:txBody>
      </p:sp>
      <p:sp>
        <p:nvSpPr>
          <p:cNvPr id="2" name="TextBox 1">
            <a:extLst>
              <a:ext uri="{FF2B5EF4-FFF2-40B4-BE49-F238E27FC236}">
                <a16:creationId xmlns:a16="http://schemas.microsoft.com/office/drawing/2014/main" id="{9FB34B20-EF5D-BAD5-9B98-FC0860A69EC1}"/>
              </a:ext>
            </a:extLst>
          </p:cNvPr>
          <p:cNvSpPr txBox="1"/>
          <p:nvPr/>
        </p:nvSpPr>
        <p:spPr>
          <a:xfrm>
            <a:off x="765907" y="2531956"/>
            <a:ext cx="8809078" cy="2308324"/>
          </a:xfrm>
          <a:prstGeom prst="rect">
            <a:avLst/>
          </a:prstGeom>
          <a:noFill/>
        </p:spPr>
        <p:txBody>
          <a:bodyPr wrap="square" rtlCol="0">
            <a:spAutoFit/>
          </a:bodyPr>
          <a:lstStyle/>
          <a:p>
            <a:r>
              <a:rPr lang="en-US" b="1" dirty="0">
                <a:solidFill>
                  <a:schemeClr val="tx1">
                    <a:lumMod val="65000"/>
                    <a:lumOff val="35000"/>
                  </a:schemeClr>
                </a:solidFill>
              </a:rPr>
              <a:t>2. Analytical Techniques</a:t>
            </a:r>
          </a:p>
          <a:p>
            <a:r>
              <a:rPr lang="en-US" b="1" dirty="0">
                <a:solidFill>
                  <a:schemeClr val="tx1">
                    <a:lumMod val="65000"/>
                    <a:lumOff val="35000"/>
                  </a:schemeClr>
                </a:solidFill>
              </a:rPr>
              <a:t>Purpose:</a:t>
            </a:r>
            <a:r>
              <a:rPr lang="en-US" dirty="0">
                <a:solidFill>
                  <a:schemeClr val="tx1">
                    <a:lumMod val="65000"/>
                    <a:lumOff val="35000"/>
                  </a:schemeClr>
                </a:solidFill>
              </a:rPr>
              <a:t> Structured and logical approaches to ideation.</a:t>
            </a:r>
          </a:p>
          <a:p>
            <a:pPr>
              <a:buFont typeface="Arial" panose="020B0604020202020204" pitchFamily="34" charset="0"/>
              <a:buChar char="•"/>
            </a:pPr>
            <a:r>
              <a:rPr lang="en-US" b="1" dirty="0">
                <a:solidFill>
                  <a:schemeClr val="tx1">
                    <a:lumMod val="65000"/>
                    <a:lumOff val="35000"/>
                  </a:schemeClr>
                </a:solidFill>
              </a:rPr>
              <a:t>SWOT Analysis</a:t>
            </a:r>
            <a:r>
              <a:rPr lang="en-US" dirty="0">
                <a:solidFill>
                  <a:schemeClr val="tx1">
                    <a:lumMod val="65000"/>
                    <a:lumOff val="35000"/>
                  </a:schemeClr>
                </a:solidFill>
              </a:rPr>
              <a:t>: Assessing strengths, weaknesses, opportunities, and threats.</a:t>
            </a:r>
          </a:p>
          <a:p>
            <a:pPr>
              <a:buFont typeface="Arial" panose="020B0604020202020204" pitchFamily="34" charset="0"/>
              <a:buChar char="•"/>
            </a:pPr>
            <a:r>
              <a:rPr lang="en-US" b="1" dirty="0">
                <a:solidFill>
                  <a:schemeClr val="tx1">
                    <a:lumMod val="65000"/>
                    <a:lumOff val="35000"/>
                  </a:schemeClr>
                </a:solidFill>
              </a:rPr>
              <a:t>SCAMPER</a:t>
            </a:r>
            <a:r>
              <a:rPr lang="en-US" dirty="0">
                <a:solidFill>
                  <a:schemeClr val="tx1">
                    <a:lumMod val="65000"/>
                    <a:lumOff val="35000"/>
                  </a:schemeClr>
                </a:solidFill>
              </a:rPr>
              <a:t>: Substituting, Combining, Adapting, Modifying, Putting to other use, Eliminating, and Rearranging.</a:t>
            </a:r>
          </a:p>
          <a:p>
            <a:pPr>
              <a:buFont typeface="Arial" panose="020B0604020202020204" pitchFamily="34" charset="0"/>
              <a:buChar char="•"/>
            </a:pPr>
            <a:r>
              <a:rPr lang="en-US" b="1" dirty="0">
                <a:solidFill>
                  <a:schemeClr val="tx1">
                    <a:lumMod val="65000"/>
                    <a:lumOff val="35000"/>
                  </a:schemeClr>
                </a:solidFill>
              </a:rPr>
              <a:t>Reverse Engineering</a:t>
            </a:r>
            <a:r>
              <a:rPr lang="en-US" dirty="0">
                <a:solidFill>
                  <a:schemeClr val="tx1">
                    <a:lumMod val="65000"/>
                    <a:lumOff val="35000"/>
                  </a:schemeClr>
                </a:solidFill>
              </a:rPr>
              <a:t>: Breaking down existing solutions to inspire new ones.</a:t>
            </a:r>
          </a:p>
          <a:p>
            <a:pPr>
              <a:buFont typeface="Arial" panose="020B0604020202020204" pitchFamily="34" charset="0"/>
              <a:buChar char="•"/>
            </a:pPr>
            <a:r>
              <a:rPr lang="en-US" b="1" dirty="0">
                <a:solidFill>
                  <a:schemeClr val="tx1">
                    <a:lumMod val="65000"/>
                    <a:lumOff val="35000"/>
                  </a:schemeClr>
                </a:solidFill>
              </a:rPr>
              <a:t>Lotus Blossom</a:t>
            </a:r>
            <a:r>
              <a:rPr lang="en-US" dirty="0">
                <a:solidFill>
                  <a:schemeClr val="tx1">
                    <a:lumMod val="65000"/>
                    <a:lumOff val="35000"/>
                  </a:schemeClr>
                </a:solidFill>
              </a:rPr>
              <a:t>: Expanding a central idea into sub-ideas.</a:t>
            </a:r>
          </a:p>
          <a:p>
            <a:pPr>
              <a:buFont typeface="Arial" panose="020B0604020202020204" pitchFamily="34" charset="0"/>
              <a:buChar char="•"/>
            </a:pPr>
            <a:r>
              <a:rPr lang="en-US" b="1" dirty="0">
                <a:solidFill>
                  <a:schemeClr val="tx1">
                    <a:lumMod val="65000"/>
                    <a:lumOff val="35000"/>
                  </a:schemeClr>
                </a:solidFill>
              </a:rPr>
              <a:t>Root Cause Analysis</a:t>
            </a:r>
            <a:r>
              <a:rPr lang="en-US" dirty="0">
                <a:solidFill>
                  <a:schemeClr val="tx1">
                    <a:lumMod val="65000"/>
                    <a:lumOff val="35000"/>
                  </a:schemeClr>
                </a:solidFill>
              </a:rPr>
              <a:t>: Identifying fundamental problems to develop solutions.</a:t>
            </a:r>
          </a:p>
        </p:txBody>
      </p:sp>
      <p:pic>
        <p:nvPicPr>
          <p:cNvPr id="3" name="图形 71">
            <a:extLst>
              <a:ext uri="{FF2B5EF4-FFF2-40B4-BE49-F238E27FC236}">
                <a16:creationId xmlns:a16="http://schemas.microsoft.com/office/drawing/2014/main" id="{0EB3A92B-2738-1D00-65C0-C2797EC23CA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896600" y="1"/>
            <a:ext cx="1295398" cy="754834"/>
          </a:xfrm>
          <a:prstGeom prst="rect">
            <a:avLst/>
          </a:prstGeom>
        </p:spPr>
      </p:pic>
    </p:spTree>
    <p:extLst>
      <p:ext uri="{BB962C8B-B14F-4D97-AF65-F5344CB8AC3E}">
        <p14:creationId xmlns:p14="http://schemas.microsoft.com/office/powerpoint/2010/main" val="3897222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1257300" y="666628"/>
            <a:ext cx="5130736" cy="645160"/>
          </a:xfrm>
          <a:prstGeom prst="rect">
            <a:avLst/>
          </a:prstGeom>
        </p:spPr>
        <p:txBody>
          <a:bodyPr wrap="square">
            <a:spAutoFit/>
          </a:bodyPr>
          <a:lstStyle/>
          <a:p>
            <a:r>
              <a:rPr lang="en-IN" altLang="zh-CN" sz="3600" dirty="0">
                <a:solidFill>
                  <a:srgbClr val="A38FDD"/>
                </a:solidFill>
                <a:latin typeface="Righteous" panose="02010506000000020000" pitchFamily="2" charset="0"/>
                <a:ea typeface="+mj-ea"/>
                <a:cs typeface="Righteous" panose="02010506000000020000" pitchFamily="2" charset="0"/>
              </a:rPr>
              <a:t>Iterating</a:t>
            </a:r>
          </a:p>
        </p:txBody>
      </p:sp>
      <p:sp>
        <p:nvSpPr>
          <p:cNvPr id="4" name="Rectangle 5"/>
          <p:cNvSpPr>
            <a:spLocks noChangeArrowheads="1"/>
          </p:cNvSpPr>
          <p:nvPr/>
        </p:nvSpPr>
        <p:spPr bwMode="auto">
          <a:xfrm>
            <a:off x="6119500" y="2497804"/>
            <a:ext cx="841227" cy="841227"/>
          </a:xfrm>
          <a:prstGeom prst="ellipse">
            <a:avLst/>
          </a:prstGeom>
          <a:solidFill>
            <a:schemeClr val="accent1"/>
          </a:solidFill>
          <a:ln w="57150">
            <a:solidFill>
              <a:schemeClr val="accent1"/>
            </a:solidFill>
          </a:ln>
        </p:spPr>
        <p:txBody>
          <a:bodyPr vert="horz" wrap="square" lIns="91440" tIns="45720" rIns="91440" bIns="45720" numCol="1" anchor="t" anchorCtr="0" compatLnSpc="1"/>
          <a:lstStyle/>
          <a:p>
            <a:endParaRPr lang="id-ID">
              <a:cs typeface="Righteous" panose="02010506000000020000" pitchFamily="2" charset="0"/>
            </a:endParaRPr>
          </a:p>
        </p:txBody>
      </p:sp>
      <p:sp>
        <p:nvSpPr>
          <p:cNvPr id="5" name="Rectangle 5"/>
          <p:cNvSpPr>
            <a:spLocks noChangeArrowheads="1"/>
          </p:cNvSpPr>
          <p:nvPr/>
        </p:nvSpPr>
        <p:spPr bwMode="auto">
          <a:xfrm>
            <a:off x="9368684" y="2497960"/>
            <a:ext cx="841227" cy="841227"/>
          </a:xfrm>
          <a:prstGeom prst="ellipse">
            <a:avLst/>
          </a:prstGeom>
          <a:solidFill>
            <a:schemeClr val="accent2"/>
          </a:solidFill>
          <a:ln w="57150">
            <a:solidFill>
              <a:schemeClr val="accent2"/>
            </a:solidFill>
          </a:ln>
        </p:spPr>
        <p:txBody>
          <a:bodyPr vert="horz" wrap="square" lIns="91440" tIns="45720" rIns="91440" bIns="45720" numCol="1" anchor="t" anchorCtr="0" compatLnSpc="1"/>
          <a:lstStyle/>
          <a:p>
            <a:endParaRPr lang="id-ID">
              <a:cs typeface="Righteous" panose="02010506000000020000" pitchFamily="2" charset="0"/>
            </a:endParaRPr>
          </a:p>
        </p:txBody>
      </p:sp>
      <p:sp>
        <p:nvSpPr>
          <p:cNvPr id="6" name="Rectangle 5"/>
          <p:cNvSpPr>
            <a:spLocks noChangeArrowheads="1"/>
          </p:cNvSpPr>
          <p:nvPr/>
        </p:nvSpPr>
        <p:spPr bwMode="auto">
          <a:xfrm>
            <a:off x="6119500" y="4653472"/>
            <a:ext cx="841227" cy="841227"/>
          </a:xfrm>
          <a:prstGeom prst="ellipse">
            <a:avLst/>
          </a:prstGeom>
          <a:solidFill>
            <a:schemeClr val="accent2"/>
          </a:solidFill>
          <a:ln w="57150">
            <a:solidFill>
              <a:schemeClr val="accent2"/>
            </a:solidFill>
          </a:ln>
        </p:spPr>
        <p:txBody>
          <a:bodyPr vert="horz" wrap="square" lIns="91440" tIns="45720" rIns="91440" bIns="45720" numCol="1" anchor="t" anchorCtr="0" compatLnSpc="1"/>
          <a:lstStyle/>
          <a:p>
            <a:endParaRPr lang="id-ID">
              <a:cs typeface="Righteous" panose="02010506000000020000" pitchFamily="2" charset="0"/>
            </a:endParaRPr>
          </a:p>
        </p:txBody>
      </p:sp>
      <p:sp>
        <p:nvSpPr>
          <p:cNvPr id="7" name="Rectangle 5"/>
          <p:cNvSpPr>
            <a:spLocks noChangeArrowheads="1"/>
          </p:cNvSpPr>
          <p:nvPr/>
        </p:nvSpPr>
        <p:spPr bwMode="auto">
          <a:xfrm>
            <a:off x="9368684" y="4653472"/>
            <a:ext cx="841227" cy="841227"/>
          </a:xfrm>
          <a:prstGeom prst="ellipse">
            <a:avLst/>
          </a:prstGeom>
          <a:solidFill>
            <a:schemeClr val="accent3"/>
          </a:solidFill>
          <a:ln w="57150">
            <a:solidFill>
              <a:schemeClr val="accent3"/>
            </a:solidFill>
          </a:ln>
        </p:spPr>
        <p:txBody>
          <a:bodyPr vert="horz" wrap="square" lIns="91440" tIns="45720" rIns="91440" bIns="45720" numCol="1" anchor="t" anchorCtr="0" compatLnSpc="1"/>
          <a:lstStyle/>
          <a:p>
            <a:endParaRPr lang="id-ID">
              <a:cs typeface="Righteous" panose="02010506000000020000" pitchFamily="2" charset="0"/>
            </a:endParaRPr>
          </a:p>
        </p:txBody>
      </p:sp>
      <p:sp>
        <p:nvSpPr>
          <p:cNvPr id="8" name="TextBox 49"/>
          <p:cNvSpPr txBox="1"/>
          <p:nvPr/>
        </p:nvSpPr>
        <p:spPr>
          <a:xfrm>
            <a:off x="8593709" y="5905102"/>
            <a:ext cx="1616698" cy="645160"/>
          </a:xfrm>
          <a:prstGeom prst="rect">
            <a:avLst/>
          </a:prstGeom>
          <a:noFill/>
        </p:spPr>
        <p:txBody>
          <a:bodyPr wrap="square" rtlCol="0">
            <a:spAutoFit/>
          </a:bodyPr>
          <a:lstStyle/>
          <a:p>
            <a:pPr algn="ctr"/>
            <a:r>
              <a:rPr lang="en-US" altLang="zh-CN" dirty="0">
                <a:solidFill>
                  <a:schemeClr val="accent1"/>
                </a:solidFill>
                <a:latin typeface="+mj-ea"/>
                <a:ea typeface="+mj-ea"/>
                <a:cs typeface="Manrope SemiBold" charset="0"/>
              </a:rPr>
              <a:t>Address User Pain Points</a:t>
            </a:r>
          </a:p>
        </p:txBody>
      </p:sp>
      <p:sp>
        <p:nvSpPr>
          <p:cNvPr id="9" name="TextBox 50"/>
          <p:cNvSpPr txBox="1"/>
          <p:nvPr/>
        </p:nvSpPr>
        <p:spPr>
          <a:xfrm>
            <a:off x="8633395" y="1806812"/>
            <a:ext cx="2271164" cy="645160"/>
          </a:xfrm>
          <a:prstGeom prst="rect">
            <a:avLst/>
          </a:prstGeom>
          <a:noFill/>
        </p:spPr>
        <p:txBody>
          <a:bodyPr wrap="square" rtlCol="0">
            <a:spAutoFit/>
          </a:bodyPr>
          <a:lstStyle/>
          <a:p>
            <a:pPr algn="ctr"/>
            <a:r>
              <a:rPr lang="en-US" altLang="zh-CN" dirty="0">
                <a:solidFill>
                  <a:schemeClr val="accent2"/>
                </a:solidFill>
                <a:latin typeface="+mj-ea"/>
                <a:ea typeface="+mj-ea"/>
                <a:cs typeface="Manrope SemiBold" charset="0"/>
              </a:rPr>
              <a:t>Enhance Accessibility</a:t>
            </a:r>
          </a:p>
        </p:txBody>
      </p:sp>
      <p:sp>
        <p:nvSpPr>
          <p:cNvPr id="10" name="TextBox 51"/>
          <p:cNvSpPr txBox="1"/>
          <p:nvPr/>
        </p:nvSpPr>
        <p:spPr>
          <a:xfrm>
            <a:off x="5280976" y="1724084"/>
            <a:ext cx="2311042" cy="645160"/>
          </a:xfrm>
          <a:prstGeom prst="rect">
            <a:avLst/>
          </a:prstGeom>
          <a:noFill/>
        </p:spPr>
        <p:txBody>
          <a:bodyPr wrap="square" rtlCol="0">
            <a:spAutoFit/>
          </a:bodyPr>
          <a:lstStyle/>
          <a:p>
            <a:pPr algn="ctr"/>
            <a:r>
              <a:rPr lang="en-US" altLang="zh-CN" dirty="0">
                <a:solidFill>
                  <a:schemeClr val="accent1"/>
                </a:solidFill>
                <a:latin typeface="+mj-ea"/>
                <a:ea typeface="+mj-ea"/>
                <a:cs typeface="Manrope SemiBold" charset="0"/>
              </a:rPr>
              <a:t>Expand Content Based on Needs</a:t>
            </a:r>
          </a:p>
        </p:txBody>
      </p:sp>
      <p:sp>
        <p:nvSpPr>
          <p:cNvPr id="11" name="TextBox 52"/>
          <p:cNvSpPr txBox="1"/>
          <p:nvPr/>
        </p:nvSpPr>
        <p:spPr>
          <a:xfrm>
            <a:off x="5608611" y="5649446"/>
            <a:ext cx="1863004" cy="645160"/>
          </a:xfrm>
          <a:prstGeom prst="rect">
            <a:avLst/>
          </a:prstGeom>
          <a:noFill/>
        </p:spPr>
        <p:txBody>
          <a:bodyPr wrap="square" rtlCol="0">
            <a:spAutoFit/>
          </a:bodyPr>
          <a:lstStyle/>
          <a:p>
            <a:pPr algn="ctr"/>
            <a:r>
              <a:rPr lang="en-US" altLang="zh-CN" dirty="0">
                <a:solidFill>
                  <a:schemeClr val="accent2"/>
                </a:solidFill>
                <a:latin typeface="+mj-ea"/>
                <a:ea typeface="+mj-ea"/>
                <a:cs typeface="Manrope SemiBold" charset="0"/>
              </a:rPr>
              <a:t>Continuous Engagement</a:t>
            </a:r>
          </a:p>
        </p:txBody>
      </p:sp>
      <p:sp>
        <p:nvSpPr>
          <p:cNvPr id="13" name="矩形 12"/>
          <p:cNvSpPr/>
          <p:nvPr/>
        </p:nvSpPr>
        <p:spPr>
          <a:xfrm>
            <a:off x="633107" y="1435646"/>
            <a:ext cx="3976029" cy="2660537"/>
          </a:xfrm>
          <a:prstGeom prst="rect">
            <a:avLst/>
          </a:prstGeom>
        </p:spPr>
        <p:txBody>
          <a:bodyPr wrap="square">
            <a:spAutoFit/>
          </a:bodyPr>
          <a:lstStyle/>
          <a:p>
            <a:pPr>
              <a:lnSpc>
                <a:spcPct val="150000"/>
              </a:lnSpc>
            </a:pPr>
            <a:r>
              <a:rPr lang="en-US" altLang="zh-CN" sz="2400" dirty="0">
                <a:solidFill>
                  <a:schemeClr val="accent6"/>
                </a:solidFill>
                <a:cs typeface="Righteous" panose="02010506000000020000" pitchFamily="2" charset="0"/>
              </a:rPr>
              <a:t>Address User Pain Points</a:t>
            </a:r>
            <a:r>
              <a:rPr lang="en-US" altLang="zh-CN" sz="1050" dirty="0">
                <a:solidFill>
                  <a:schemeClr val="tx1">
                    <a:lumMod val="65000"/>
                    <a:lumOff val="35000"/>
                  </a:schemeClr>
                </a:solidFill>
                <a:cs typeface="Righteous" panose="02010506000000020000" pitchFamily="2" charset="0"/>
              </a:rPr>
              <a:t>:</a:t>
            </a:r>
            <a:r>
              <a:rPr lang="en-GB" altLang="zh-CN" sz="1050" dirty="0">
                <a:solidFill>
                  <a:schemeClr val="tx1">
                    <a:lumMod val="65000"/>
                    <a:lumOff val="35000"/>
                  </a:schemeClr>
                </a:solidFill>
                <a:cs typeface="Righteous" panose="02010506000000020000" pitchFamily="2" charset="0"/>
              </a:rPr>
              <a:t>Your project addresses key pain points by providing essential education information, offering career guidance and mentorship, and helping students find financial aid. It also fosters a supportive community. This empowers students to achieve their educational and career goals..</a:t>
            </a:r>
          </a:p>
          <a:p>
            <a:pPr>
              <a:lnSpc>
                <a:spcPct val="150000"/>
              </a:lnSpc>
            </a:pPr>
            <a:endParaRPr lang="en-US" altLang="zh-CN" sz="1200" dirty="0">
              <a:solidFill>
                <a:schemeClr val="tx1">
                  <a:lumMod val="65000"/>
                  <a:lumOff val="35000"/>
                </a:schemeClr>
              </a:solidFill>
              <a:cs typeface="Righteous" panose="02010506000000020000" pitchFamily="2" charset="0"/>
            </a:endParaRPr>
          </a:p>
        </p:txBody>
      </p:sp>
      <p:sp>
        <p:nvSpPr>
          <p:cNvPr id="20" name="Oval 70"/>
          <p:cNvSpPr/>
          <p:nvPr/>
        </p:nvSpPr>
        <p:spPr>
          <a:xfrm>
            <a:off x="6310997" y="2681788"/>
            <a:ext cx="458233" cy="473258"/>
          </a:xfrm>
          <a:custGeom>
            <a:avLst/>
            <a:gdLst>
              <a:gd name="T0" fmla="*/ 8922 w 10802"/>
              <a:gd name="T1" fmla="*/ 1618 h 11156"/>
              <a:gd name="T2" fmla="*/ 7656 w 10802"/>
              <a:gd name="T3" fmla="*/ 1618 h 11156"/>
              <a:gd name="T4" fmla="*/ 7656 w 10802"/>
              <a:gd name="T5" fmla="*/ 852 h 11156"/>
              <a:gd name="T6" fmla="*/ 6805 w 10802"/>
              <a:gd name="T7" fmla="*/ 0 h 11156"/>
              <a:gd name="T8" fmla="*/ 3997 w 10802"/>
              <a:gd name="T9" fmla="*/ 0 h 11156"/>
              <a:gd name="T10" fmla="*/ 3146 w 10802"/>
              <a:gd name="T11" fmla="*/ 852 h 11156"/>
              <a:gd name="T12" fmla="*/ 3146 w 10802"/>
              <a:gd name="T13" fmla="*/ 1618 h 11156"/>
              <a:gd name="T14" fmla="*/ 1880 w 10802"/>
              <a:gd name="T15" fmla="*/ 1618 h 11156"/>
              <a:gd name="T16" fmla="*/ 0 w 10802"/>
              <a:gd name="T17" fmla="*/ 3498 h 11156"/>
              <a:gd name="T18" fmla="*/ 0 w 10802"/>
              <a:gd name="T19" fmla="*/ 9276 h 11156"/>
              <a:gd name="T20" fmla="*/ 1880 w 10802"/>
              <a:gd name="T21" fmla="*/ 11156 h 11156"/>
              <a:gd name="T22" fmla="*/ 8922 w 10802"/>
              <a:gd name="T23" fmla="*/ 11156 h 11156"/>
              <a:gd name="T24" fmla="*/ 10802 w 10802"/>
              <a:gd name="T25" fmla="*/ 9276 h 11156"/>
              <a:gd name="T26" fmla="*/ 10802 w 10802"/>
              <a:gd name="T27" fmla="*/ 3498 h 11156"/>
              <a:gd name="T28" fmla="*/ 8922 w 10802"/>
              <a:gd name="T29" fmla="*/ 1618 h 11156"/>
              <a:gd name="T30" fmla="*/ 3819 w 10802"/>
              <a:gd name="T31" fmla="*/ 850 h 11156"/>
              <a:gd name="T32" fmla="*/ 3997 w 10802"/>
              <a:gd name="T33" fmla="*/ 672 h 11156"/>
              <a:gd name="T34" fmla="*/ 6805 w 10802"/>
              <a:gd name="T35" fmla="*/ 672 h 11156"/>
              <a:gd name="T36" fmla="*/ 6984 w 10802"/>
              <a:gd name="T37" fmla="*/ 850 h 11156"/>
              <a:gd name="T38" fmla="*/ 6984 w 10802"/>
              <a:gd name="T39" fmla="*/ 1617 h 11156"/>
              <a:gd name="T40" fmla="*/ 3819 w 10802"/>
              <a:gd name="T41" fmla="*/ 1617 h 11156"/>
              <a:gd name="T42" fmla="*/ 3819 w 10802"/>
              <a:gd name="T43" fmla="*/ 850 h 11156"/>
              <a:gd name="T44" fmla="*/ 1880 w 10802"/>
              <a:gd name="T45" fmla="*/ 2291 h 11156"/>
              <a:gd name="T46" fmla="*/ 8924 w 10802"/>
              <a:gd name="T47" fmla="*/ 2291 h 11156"/>
              <a:gd name="T48" fmla="*/ 10131 w 10802"/>
              <a:gd name="T49" fmla="*/ 3498 h 11156"/>
              <a:gd name="T50" fmla="*/ 10131 w 10802"/>
              <a:gd name="T51" fmla="*/ 4369 h 11156"/>
              <a:gd name="T52" fmla="*/ 672 w 10802"/>
              <a:gd name="T53" fmla="*/ 4369 h 11156"/>
              <a:gd name="T54" fmla="*/ 672 w 10802"/>
              <a:gd name="T55" fmla="*/ 3498 h 11156"/>
              <a:gd name="T56" fmla="*/ 1880 w 10802"/>
              <a:gd name="T57" fmla="*/ 2291 h 11156"/>
              <a:gd name="T58" fmla="*/ 5100 w 10802"/>
              <a:gd name="T59" fmla="*/ 5042 h 11156"/>
              <a:gd name="T60" fmla="*/ 5702 w 10802"/>
              <a:gd name="T61" fmla="*/ 5042 h 11156"/>
              <a:gd name="T62" fmla="*/ 5702 w 10802"/>
              <a:gd name="T63" fmla="*/ 6519 h 11156"/>
              <a:gd name="T64" fmla="*/ 5401 w 10802"/>
              <a:gd name="T65" fmla="*/ 6821 h 11156"/>
              <a:gd name="T66" fmla="*/ 5100 w 10802"/>
              <a:gd name="T67" fmla="*/ 6519 h 11156"/>
              <a:gd name="T68" fmla="*/ 5100 w 10802"/>
              <a:gd name="T69" fmla="*/ 5042 h 11156"/>
              <a:gd name="T70" fmla="*/ 8922 w 10802"/>
              <a:gd name="T71" fmla="*/ 10483 h 11156"/>
              <a:gd name="T72" fmla="*/ 1880 w 10802"/>
              <a:gd name="T73" fmla="*/ 10483 h 11156"/>
              <a:gd name="T74" fmla="*/ 672 w 10802"/>
              <a:gd name="T75" fmla="*/ 9276 h 11156"/>
              <a:gd name="T76" fmla="*/ 672 w 10802"/>
              <a:gd name="T77" fmla="*/ 5042 h 11156"/>
              <a:gd name="T78" fmla="*/ 4429 w 10802"/>
              <a:gd name="T79" fmla="*/ 5042 h 11156"/>
              <a:gd name="T80" fmla="*/ 4429 w 10802"/>
              <a:gd name="T81" fmla="*/ 6519 h 11156"/>
              <a:gd name="T82" fmla="*/ 5402 w 10802"/>
              <a:gd name="T83" fmla="*/ 7493 h 11156"/>
              <a:gd name="T84" fmla="*/ 6376 w 10802"/>
              <a:gd name="T85" fmla="*/ 6519 h 11156"/>
              <a:gd name="T86" fmla="*/ 6376 w 10802"/>
              <a:gd name="T87" fmla="*/ 5042 h 11156"/>
              <a:gd name="T88" fmla="*/ 10132 w 10802"/>
              <a:gd name="T89" fmla="*/ 5042 h 11156"/>
              <a:gd name="T90" fmla="*/ 10132 w 10802"/>
              <a:gd name="T91" fmla="*/ 9276 h 11156"/>
              <a:gd name="T92" fmla="*/ 8922 w 10802"/>
              <a:gd name="T93" fmla="*/ 10483 h 11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802" h="11156">
                <a:moveTo>
                  <a:pt x="8922" y="1618"/>
                </a:moveTo>
                <a:lnTo>
                  <a:pt x="7656" y="1618"/>
                </a:lnTo>
                <a:lnTo>
                  <a:pt x="7656" y="852"/>
                </a:lnTo>
                <a:cubicBezTo>
                  <a:pt x="7656" y="383"/>
                  <a:pt x="7275" y="0"/>
                  <a:pt x="6805" y="0"/>
                </a:cubicBezTo>
                <a:lnTo>
                  <a:pt x="3997" y="0"/>
                </a:lnTo>
                <a:cubicBezTo>
                  <a:pt x="3529" y="0"/>
                  <a:pt x="3146" y="382"/>
                  <a:pt x="3146" y="852"/>
                </a:cubicBezTo>
                <a:lnTo>
                  <a:pt x="3146" y="1618"/>
                </a:lnTo>
                <a:lnTo>
                  <a:pt x="1880" y="1618"/>
                </a:lnTo>
                <a:cubicBezTo>
                  <a:pt x="844" y="1618"/>
                  <a:pt x="0" y="2462"/>
                  <a:pt x="0" y="3498"/>
                </a:cubicBezTo>
                <a:lnTo>
                  <a:pt x="0" y="9276"/>
                </a:lnTo>
                <a:cubicBezTo>
                  <a:pt x="0" y="10312"/>
                  <a:pt x="844" y="11156"/>
                  <a:pt x="1880" y="11156"/>
                </a:cubicBezTo>
                <a:lnTo>
                  <a:pt x="8922" y="11156"/>
                </a:lnTo>
                <a:cubicBezTo>
                  <a:pt x="9959" y="11156"/>
                  <a:pt x="10802" y="10312"/>
                  <a:pt x="10802" y="9276"/>
                </a:cubicBezTo>
                <a:lnTo>
                  <a:pt x="10802" y="3498"/>
                </a:lnTo>
                <a:cubicBezTo>
                  <a:pt x="10802" y="2462"/>
                  <a:pt x="9959" y="1618"/>
                  <a:pt x="8922" y="1618"/>
                </a:cubicBezTo>
                <a:close/>
                <a:moveTo>
                  <a:pt x="3819" y="850"/>
                </a:moveTo>
                <a:cubicBezTo>
                  <a:pt x="3819" y="754"/>
                  <a:pt x="3900" y="672"/>
                  <a:pt x="3997" y="672"/>
                </a:cubicBezTo>
                <a:lnTo>
                  <a:pt x="6805" y="672"/>
                </a:lnTo>
                <a:cubicBezTo>
                  <a:pt x="6901" y="672"/>
                  <a:pt x="6984" y="753"/>
                  <a:pt x="6984" y="850"/>
                </a:cubicBezTo>
                <a:lnTo>
                  <a:pt x="6984" y="1617"/>
                </a:lnTo>
                <a:lnTo>
                  <a:pt x="3819" y="1617"/>
                </a:lnTo>
                <a:lnTo>
                  <a:pt x="3819" y="850"/>
                </a:lnTo>
                <a:close/>
                <a:moveTo>
                  <a:pt x="1880" y="2291"/>
                </a:moveTo>
                <a:lnTo>
                  <a:pt x="8924" y="2291"/>
                </a:lnTo>
                <a:cubicBezTo>
                  <a:pt x="9590" y="2291"/>
                  <a:pt x="10131" y="2833"/>
                  <a:pt x="10131" y="3498"/>
                </a:cubicBezTo>
                <a:lnTo>
                  <a:pt x="10131" y="4369"/>
                </a:lnTo>
                <a:lnTo>
                  <a:pt x="672" y="4369"/>
                </a:lnTo>
                <a:lnTo>
                  <a:pt x="672" y="3498"/>
                </a:lnTo>
                <a:cubicBezTo>
                  <a:pt x="672" y="2832"/>
                  <a:pt x="1214" y="2291"/>
                  <a:pt x="1880" y="2291"/>
                </a:cubicBezTo>
                <a:close/>
                <a:moveTo>
                  <a:pt x="5100" y="5042"/>
                </a:moveTo>
                <a:lnTo>
                  <a:pt x="5702" y="5042"/>
                </a:lnTo>
                <a:lnTo>
                  <a:pt x="5702" y="6519"/>
                </a:lnTo>
                <a:cubicBezTo>
                  <a:pt x="5702" y="6686"/>
                  <a:pt x="5567" y="6821"/>
                  <a:pt x="5401" y="6821"/>
                </a:cubicBezTo>
                <a:cubicBezTo>
                  <a:pt x="5235" y="6821"/>
                  <a:pt x="5100" y="6686"/>
                  <a:pt x="5100" y="6519"/>
                </a:cubicBezTo>
                <a:lnTo>
                  <a:pt x="5100" y="5042"/>
                </a:lnTo>
                <a:close/>
                <a:moveTo>
                  <a:pt x="8922" y="10483"/>
                </a:moveTo>
                <a:lnTo>
                  <a:pt x="1880" y="10483"/>
                </a:lnTo>
                <a:cubicBezTo>
                  <a:pt x="1214" y="10483"/>
                  <a:pt x="672" y="9941"/>
                  <a:pt x="672" y="9276"/>
                </a:cubicBezTo>
                <a:lnTo>
                  <a:pt x="672" y="5042"/>
                </a:lnTo>
                <a:lnTo>
                  <a:pt x="4429" y="5042"/>
                </a:lnTo>
                <a:lnTo>
                  <a:pt x="4429" y="6519"/>
                </a:lnTo>
                <a:cubicBezTo>
                  <a:pt x="4429" y="7056"/>
                  <a:pt x="4865" y="7493"/>
                  <a:pt x="5402" y="7493"/>
                </a:cubicBezTo>
                <a:cubicBezTo>
                  <a:pt x="5939" y="7493"/>
                  <a:pt x="6376" y="7057"/>
                  <a:pt x="6376" y="6519"/>
                </a:cubicBezTo>
                <a:lnTo>
                  <a:pt x="6376" y="5042"/>
                </a:lnTo>
                <a:lnTo>
                  <a:pt x="10132" y="5042"/>
                </a:lnTo>
                <a:lnTo>
                  <a:pt x="10132" y="9276"/>
                </a:lnTo>
                <a:cubicBezTo>
                  <a:pt x="10130" y="9942"/>
                  <a:pt x="9589" y="10483"/>
                  <a:pt x="8922" y="1048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Righteous" panose="02010506000000020000" pitchFamily="2" charset="0"/>
            </a:endParaRPr>
          </a:p>
        </p:txBody>
      </p:sp>
      <p:sp>
        <p:nvSpPr>
          <p:cNvPr id="21" name="Oval 70"/>
          <p:cNvSpPr/>
          <p:nvPr/>
        </p:nvSpPr>
        <p:spPr>
          <a:xfrm>
            <a:off x="9552668" y="2699318"/>
            <a:ext cx="473258" cy="438511"/>
          </a:xfrm>
          <a:custGeom>
            <a:avLst/>
            <a:gdLst>
              <a:gd name="T0" fmla="*/ 12717 w 12856"/>
              <a:gd name="T1" fmla="*/ 6205 h 11910"/>
              <a:gd name="T2" fmla="*/ 11186 w 12856"/>
              <a:gd name="T3" fmla="*/ 4675 h 11910"/>
              <a:gd name="T4" fmla="*/ 11186 w 12856"/>
              <a:gd name="T5" fmla="*/ 4675 h 11910"/>
              <a:gd name="T6" fmla="*/ 6651 w 12856"/>
              <a:gd name="T7" fmla="*/ 112 h 11910"/>
              <a:gd name="T8" fmla="*/ 6233 w 12856"/>
              <a:gd name="T9" fmla="*/ 112 h 11910"/>
              <a:gd name="T10" fmla="*/ 1642 w 12856"/>
              <a:gd name="T11" fmla="*/ 4675 h 11910"/>
              <a:gd name="T12" fmla="*/ 1642 w 12856"/>
              <a:gd name="T13" fmla="*/ 4675 h 11910"/>
              <a:gd name="T14" fmla="*/ 111 w 12856"/>
              <a:gd name="T15" fmla="*/ 6205 h 11910"/>
              <a:gd name="T16" fmla="*/ 111 w 12856"/>
              <a:gd name="T17" fmla="*/ 6623 h 11910"/>
              <a:gd name="T18" fmla="*/ 529 w 12856"/>
              <a:gd name="T19" fmla="*/ 6623 h 11910"/>
              <a:gd name="T20" fmla="*/ 1531 w 12856"/>
              <a:gd name="T21" fmla="*/ 5621 h 11910"/>
              <a:gd name="T22" fmla="*/ 1531 w 12856"/>
              <a:gd name="T23" fmla="*/ 10685 h 11910"/>
              <a:gd name="T24" fmla="*/ 2755 w 12856"/>
              <a:gd name="T25" fmla="*/ 11910 h 11910"/>
              <a:gd name="T26" fmla="*/ 4898 w 12856"/>
              <a:gd name="T27" fmla="*/ 11910 h 11910"/>
              <a:gd name="T28" fmla="*/ 5204 w 12856"/>
              <a:gd name="T29" fmla="*/ 11604 h 11910"/>
              <a:gd name="T30" fmla="*/ 5204 w 12856"/>
              <a:gd name="T31" fmla="*/ 8543 h 11910"/>
              <a:gd name="T32" fmla="*/ 7652 w 12856"/>
              <a:gd name="T33" fmla="*/ 8543 h 11910"/>
              <a:gd name="T34" fmla="*/ 7652 w 12856"/>
              <a:gd name="T35" fmla="*/ 11576 h 11910"/>
              <a:gd name="T36" fmla="*/ 7652 w 12856"/>
              <a:gd name="T37" fmla="*/ 11576 h 11910"/>
              <a:gd name="T38" fmla="*/ 7652 w 12856"/>
              <a:gd name="T39" fmla="*/ 11576 h 11910"/>
              <a:gd name="T40" fmla="*/ 7958 w 12856"/>
              <a:gd name="T41" fmla="*/ 11882 h 11910"/>
              <a:gd name="T42" fmla="*/ 10101 w 12856"/>
              <a:gd name="T43" fmla="*/ 11882 h 11910"/>
              <a:gd name="T44" fmla="*/ 11325 w 12856"/>
              <a:gd name="T45" fmla="*/ 10658 h 11910"/>
              <a:gd name="T46" fmla="*/ 11325 w 12856"/>
              <a:gd name="T47" fmla="*/ 5621 h 11910"/>
              <a:gd name="T48" fmla="*/ 12327 w 12856"/>
              <a:gd name="T49" fmla="*/ 6623 h 11910"/>
              <a:gd name="T50" fmla="*/ 12550 w 12856"/>
              <a:gd name="T51" fmla="*/ 6706 h 11910"/>
              <a:gd name="T52" fmla="*/ 12772 w 12856"/>
              <a:gd name="T53" fmla="*/ 6623 h 11910"/>
              <a:gd name="T54" fmla="*/ 12717 w 12856"/>
              <a:gd name="T55" fmla="*/ 6205 h 11910"/>
              <a:gd name="T56" fmla="*/ 10685 w 12856"/>
              <a:gd name="T57" fmla="*/ 7318 h 11910"/>
              <a:gd name="T58" fmla="*/ 10685 w 12856"/>
              <a:gd name="T59" fmla="*/ 7318 h 11910"/>
              <a:gd name="T60" fmla="*/ 10685 w 12856"/>
              <a:gd name="T61" fmla="*/ 10658 h 11910"/>
              <a:gd name="T62" fmla="*/ 10073 w 12856"/>
              <a:gd name="T63" fmla="*/ 11270 h 11910"/>
              <a:gd name="T64" fmla="*/ 8237 w 12856"/>
              <a:gd name="T65" fmla="*/ 11270 h 11910"/>
              <a:gd name="T66" fmla="*/ 8237 w 12856"/>
              <a:gd name="T67" fmla="*/ 8237 h 11910"/>
              <a:gd name="T68" fmla="*/ 8237 w 12856"/>
              <a:gd name="T69" fmla="*/ 8237 h 11910"/>
              <a:gd name="T70" fmla="*/ 8237 w 12856"/>
              <a:gd name="T71" fmla="*/ 8237 h 11910"/>
              <a:gd name="T72" fmla="*/ 7931 w 12856"/>
              <a:gd name="T73" fmla="*/ 7931 h 11910"/>
              <a:gd name="T74" fmla="*/ 4898 w 12856"/>
              <a:gd name="T75" fmla="*/ 7931 h 11910"/>
              <a:gd name="T76" fmla="*/ 4591 w 12856"/>
              <a:gd name="T77" fmla="*/ 8237 h 11910"/>
              <a:gd name="T78" fmla="*/ 4591 w 12856"/>
              <a:gd name="T79" fmla="*/ 11270 h 11910"/>
              <a:gd name="T80" fmla="*/ 2783 w 12856"/>
              <a:gd name="T81" fmla="*/ 11270 h 11910"/>
              <a:gd name="T82" fmla="*/ 2171 w 12856"/>
              <a:gd name="T83" fmla="*/ 10658 h 11910"/>
              <a:gd name="T84" fmla="*/ 2171 w 12856"/>
              <a:gd name="T85" fmla="*/ 5009 h 11910"/>
              <a:gd name="T86" fmla="*/ 6428 w 12856"/>
              <a:gd name="T87" fmla="*/ 752 h 11910"/>
              <a:gd name="T88" fmla="*/ 10685 w 12856"/>
              <a:gd name="T89" fmla="*/ 5009 h 11910"/>
              <a:gd name="T90" fmla="*/ 10685 w 12856"/>
              <a:gd name="T91" fmla="*/ 7318 h 119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856" h="11910">
                <a:moveTo>
                  <a:pt x="12717" y="6205"/>
                </a:moveTo>
                <a:lnTo>
                  <a:pt x="11186" y="4675"/>
                </a:lnTo>
                <a:lnTo>
                  <a:pt x="11186" y="4675"/>
                </a:lnTo>
                <a:lnTo>
                  <a:pt x="6651" y="112"/>
                </a:lnTo>
                <a:cubicBezTo>
                  <a:pt x="6539" y="0"/>
                  <a:pt x="6345" y="0"/>
                  <a:pt x="6233" y="112"/>
                </a:cubicBezTo>
                <a:lnTo>
                  <a:pt x="1642" y="4675"/>
                </a:lnTo>
                <a:lnTo>
                  <a:pt x="1642" y="4675"/>
                </a:lnTo>
                <a:lnTo>
                  <a:pt x="111" y="6205"/>
                </a:lnTo>
                <a:cubicBezTo>
                  <a:pt x="0" y="6317"/>
                  <a:pt x="0" y="6512"/>
                  <a:pt x="111" y="6623"/>
                </a:cubicBezTo>
                <a:cubicBezTo>
                  <a:pt x="223" y="6734"/>
                  <a:pt x="418" y="6734"/>
                  <a:pt x="529" y="6623"/>
                </a:cubicBezTo>
                <a:lnTo>
                  <a:pt x="1531" y="5621"/>
                </a:lnTo>
                <a:lnTo>
                  <a:pt x="1531" y="10685"/>
                </a:lnTo>
                <a:cubicBezTo>
                  <a:pt x="1531" y="11353"/>
                  <a:pt x="2087" y="11910"/>
                  <a:pt x="2755" y="11910"/>
                </a:cubicBezTo>
                <a:lnTo>
                  <a:pt x="4898" y="11910"/>
                </a:lnTo>
                <a:cubicBezTo>
                  <a:pt x="5065" y="11910"/>
                  <a:pt x="5204" y="11771"/>
                  <a:pt x="5204" y="11604"/>
                </a:cubicBezTo>
                <a:lnTo>
                  <a:pt x="5204" y="8543"/>
                </a:lnTo>
                <a:lnTo>
                  <a:pt x="7652" y="8543"/>
                </a:lnTo>
                <a:lnTo>
                  <a:pt x="7652" y="11576"/>
                </a:lnTo>
                <a:lnTo>
                  <a:pt x="7652" y="11576"/>
                </a:lnTo>
                <a:lnTo>
                  <a:pt x="7652" y="11576"/>
                </a:lnTo>
                <a:cubicBezTo>
                  <a:pt x="7652" y="11743"/>
                  <a:pt x="7791" y="11882"/>
                  <a:pt x="7958" y="11882"/>
                </a:cubicBezTo>
                <a:lnTo>
                  <a:pt x="10101" y="11882"/>
                </a:lnTo>
                <a:cubicBezTo>
                  <a:pt x="10769" y="11882"/>
                  <a:pt x="11325" y="11325"/>
                  <a:pt x="11325" y="10658"/>
                </a:cubicBezTo>
                <a:lnTo>
                  <a:pt x="11325" y="5621"/>
                </a:lnTo>
                <a:lnTo>
                  <a:pt x="12327" y="6623"/>
                </a:lnTo>
                <a:cubicBezTo>
                  <a:pt x="12383" y="6678"/>
                  <a:pt x="12466" y="6706"/>
                  <a:pt x="12550" y="6706"/>
                </a:cubicBezTo>
                <a:cubicBezTo>
                  <a:pt x="12633" y="6706"/>
                  <a:pt x="12717" y="6678"/>
                  <a:pt x="12772" y="6623"/>
                </a:cubicBezTo>
                <a:cubicBezTo>
                  <a:pt x="12856" y="6512"/>
                  <a:pt x="12856" y="6317"/>
                  <a:pt x="12717" y="6205"/>
                </a:cubicBezTo>
                <a:close/>
                <a:moveTo>
                  <a:pt x="10685" y="7318"/>
                </a:moveTo>
                <a:lnTo>
                  <a:pt x="10685" y="7318"/>
                </a:lnTo>
                <a:lnTo>
                  <a:pt x="10685" y="10658"/>
                </a:lnTo>
                <a:cubicBezTo>
                  <a:pt x="10685" y="10992"/>
                  <a:pt x="10407" y="11270"/>
                  <a:pt x="10073" y="11270"/>
                </a:cubicBezTo>
                <a:lnTo>
                  <a:pt x="8237" y="11270"/>
                </a:lnTo>
                <a:lnTo>
                  <a:pt x="8237" y="8237"/>
                </a:lnTo>
                <a:lnTo>
                  <a:pt x="8237" y="8237"/>
                </a:lnTo>
                <a:lnTo>
                  <a:pt x="8237" y="8237"/>
                </a:lnTo>
                <a:cubicBezTo>
                  <a:pt x="8237" y="8070"/>
                  <a:pt x="8098" y="7931"/>
                  <a:pt x="7931" y="7931"/>
                </a:cubicBezTo>
                <a:lnTo>
                  <a:pt x="4898" y="7931"/>
                </a:lnTo>
                <a:cubicBezTo>
                  <a:pt x="4731" y="7931"/>
                  <a:pt x="4591" y="8070"/>
                  <a:pt x="4591" y="8237"/>
                </a:cubicBezTo>
                <a:lnTo>
                  <a:pt x="4591" y="11270"/>
                </a:lnTo>
                <a:lnTo>
                  <a:pt x="2783" y="11270"/>
                </a:lnTo>
                <a:cubicBezTo>
                  <a:pt x="2449" y="11270"/>
                  <a:pt x="2171" y="10992"/>
                  <a:pt x="2171" y="10658"/>
                </a:cubicBezTo>
                <a:lnTo>
                  <a:pt x="2171" y="5009"/>
                </a:lnTo>
                <a:lnTo>
                  <a:pt x="6428" y="752"/>
                </a:lnTo>
                <a:lnTo>
                  <a:pt x="10685" y="5009"/>
                </a:lnTo>
                <a:lnTo>
                  <a:pt x="10685" y="731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Righteous" panose="02010506000000020000" pitchFamily="2" charset="0"/>
            </a:endParaRPr>
          </a:p>
        </p:txBody>
      </p:sp>
      <p:sp>
        <p:nvSpPr>
          <p:cNvPr id="22" name="Oval 70"/>
          <p:cNvSpPr/>
          <p:nvPr/>
        </p:nvSpPr>
        <p:spPr>
          <a:xfrm>
            <a:off x="6307566" y="4837457"/>
            <a:ext cx="465094" cy="473258"/>
          </a:xfrm>
          <a:custGeom>
            <a:avLst/>
            <a:gdLst>
              <a:gd name="T0" fmla="*/ 10113 w 12579"/>
              <a:gd name="T1" fmla="*/ 1662 h 12800"/>
              <a:gd name="T2" fmla="*/ 6151 w 12579"/>
              <a:gd name="T3" fmla="*/ 0 h 12800"/>
              <a:gd name="T4" fmla="*/ 2189 w 12579"/>
              <a:gd name="T5" fmla="*/ 1662 h 12800"/>
              <a:gd name="T6" fmla="*/ 2189 w 12579"/>
              <a:gd name="T7" fmla="*/ 9669 h 12800"/>
              <a:gd name="T8" fmla="*/ 6151 w 12579"/>
              <a:gd name="T9" fmla="*/ 11332 h 12800"/>
              <a:gd name="T10" fmla="*/ 10113 w 12579"/>
              <a:gd name="T11" fmla="*/ 9669 h 12800"/>
              <a:gd name="T12" fmla="*/ 10113 w 12579"/>
              <a:gd name="T13" fmla="*/ 1662 h 12800"/>
              <a:gd name="T14" fmla="*/ 6151 w 12579"/>
              <a:gd name="T15" fmla="*/ 10611 h 12800"/>
              <a:gd name="T16" fmla="*/ 2688 w 12579"/>
              <a:gd name="T17" fmla="*/ 9171 h 12800"/>
              <a:gd name="T18" fmla="*/ 2688 w 12579"/>
              <a:gd name="T19" fmla="*/ 2161 h 12800"/>
              <a:gd name="T20" fmla="*/ 6151 w 12579"/>
              <a:gd name="T21" fmla="*/ 720 h 12800"/>
              <a:gd name="T22" fmla="*/ 9614 w 12579"/>
              <a:gd name="T23" fmla="*/ 2161 h 12800"/>
              <a:gd name="T24" fmla="*/ 9614 w 12579"/>
              <a:gd name="T25" fmla="*/ 9171 h 12800"/>
              <a:gd name="T26" fmla="*/ 6151 w 12579"/>
              <a:gd name="T27" fmla="*/ 10611 h 12800"/>
              <a:gd name="T28" fmla="*/ 12440 w 12579"/>
              <a:gd name="T29" fmla="*/ 12163 h 12800"/>
              <a:gd name="T30" fmla="*/ 10695 w 12579"/>
              <a:gd name="T31" fmla="*/ 10417 h 12800"/>
              <a:gd name="T32" fmla="*/ 10196 w 12579"/>
              <a:gd name="T33" fmla="*/ 10417 h 12800"/>
              <a:gd name="T34" fmla="*/ 10196 w 12579"/>
              <a:gd name="T35" fmla="*/ 10916 h 12800"/>
              <a:gd name="T36" fmla="*/ 11942 w 12579"/>
              <a:gd name="T37" fmla="*/ 12689 h 12800"/>
              <a:gd name="T38" fmla="*/ 12191 w 12579"/>
              <a:gd name="T39" fmla="*/ 12800 h 12800"/>
              <a:gd name="T40" fmla="*/ 12440 w 12579"/>
              <a:gd name="T41" fmla="*/ 12689 h 12800"/>
              <a:gd name="T42" fmla="*/ 12440 w 12579"/>
              <a:gd name="T43" fmla="*/ 12163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579" h="12800">
                <a:moveTo>
                  <a:pt x="10113" y="1662"/>
                </a:moveTo>
                <a:cubicBezTo>
                  <a:pt x="9060" y="582"/>
                  <a:pt x="7647" y="0"/>
                  <a:pt x="6151" y="0"/>
                </a:cubicBezTo>
                <a:cubicBezTo>
                  <a:pt x="4655" y="0"/>
                  <a:pt x="3242" y="582"/>
                  <a:pt x="2189" y="1662"/>
                </a:cubicBezTo>
                <a:cubicBezTo>
                  <a:pt x="0" y="3879"/>
                  <a:pt x="0" y="7453"/>
                  <a:pt x="2189" y="9669"/>
                </a:cubicBezTo>
                <a:cubicBezTo>
                  <a:pt x="3242" y="10750"/>
                  <a:pt x="4655" y="11332"/>
                  <a:pt x="6151" y="11332"/>
                </a:cubicBezTo>
                <a:cubicBezTo>
                  <a:pt x="7647" y="11332"/>
                  <a:pt x="9060" y="10750"/>
                  <a:pt x="10113" y="9669"/>
                </a:cubicBezTo>
                <a:cubicBezTo>
                  <a:pt x="12302" y="7453"/>
                  <a:pt x="12302" y="3879"/>
                  <a:pt x="10113" y="1662"/>
                </a:cubicBezTo>
                <a:close/>
                <a:moveTo>
                  <a:pt x="6151" y="10611"/>
                </a:moveTo>
                <a:cubicBezTo>
                  <a:pt x="4849" y="10611"/>
                  <a:pt x="3602" y="10085"/>
                  <a:pt x="2688" y="9171"/>
                </a:cubicBezTo>
                <a:cubicBezTo>
                  <a:pt x="776" y="7231"/>
                  <a:pt x="776" y="4100"/>
                  <a:pt x="2688" y="2161"/>
                </a:cubicBezTo>
                <a:cubicBezTo>
                  <a:pt x="3602" y="1219"/>
                  <a:pt x="4849" y="720"/>
                  <a:pt x="6151" y="720"/>
                </a:cubicBezTo>
                <a:cubicBezTo>
                  <a:pt x="7453" y="720"/>
                  <a:pt x="8700" y="1247"/>
                  <a:pt x="9614" y="2161"/>
                </a:cubicBezTo>
                <a:cubicBezTo>
                  <a:pt x="11526" y="4100"/>
                  <a:pt x="11526" y="7231"/>
                  <a:pt x="9614" y="9171"/>
                </a:cubicBezTo>
                <a:cubicBezTo>
                  <a:pt x="8700" y="10113"/>
                  <a:pt x="7453" y="10611"/>
                  <a:pt x="6151" y="10611"/>
                </a:cubicBezTo>
                <a:close/>
                <a:moveTo>
                  <a:pt x="12440" y="12163"/>
                </a:moveTo>
                <a:lnTo>
                  <a:pt x="10695" y="10417"/>
                </a:lnTo>
                <a:cubicBezTo>
                  <a:pt x="10556" y="10279"/>
                  <a:pt x="10335" y="10279"/>
                  <a:pt x="10196" y="10417"/>
                </a:cubicBezTo>
                <a:cubicBezTo>
                  <a:pt x="10058" y="10556"/>
                  <a:pt x="10058" y="10777"/>
                  <a:pt x="10196" y="10916"/>
                </a:cubicBezTo>
                <a:lnTo>
                  <a:pt x="11942" y="12689"/>
                </a:lnTo>
                <a:cubicBezTo>
                  <a:pt x="11997" y="12745"/>
                  <a:pt x="12108" y="12800"/>
                  <a:pt x="12191" y="12800"/>
                </a:cubicBezTo>
                <a:cubicBezTo>
                  <a:pt x="12274" y="12800"/>
                  <a:pt x="12357" y="12772"/>
                  <a:pt x="12440" y="12689"/>
                </a:cubicBezTo>
                <a:cubicBezTo>
                  <a:pt x="12579" y="12523"/>
                  <a:pt x="12579" y="12301"/>
                  <a:pt x="12440" y="1216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Righteous" panose="02010506000000020000" pitchFamily="2" charset="0"/>
            </a:endParaRPr>
          </a:p>
        </p:txBody>
      </p:sp>
      <p:sp>
        <p:nvSpPr>
          <p:cNvPr id="24" name="Oval 70"/>
          <p:cNvSpPr/>
          <p:nvPr/>
        </p:nvSpPr>
        <p:spPr>
          <a:xfrm>
            <a:off x="9562799" y="4837457"/>
            <a:ext cx="452995" cy="473258"/>
          </a:xfrm>
          <a:custGeom>
            <a:avLst/>
            <a:gdLst>
              <a:gd name="connsiteX0" fmla="*/ 244584 w 510088"/>
              <a:gd name="connsiteY0" fmla="*/ 269606 h 532904"/>
              <a:gd name="connsiteX1" fmla="*/ 203537 w 510088"/>
              <a:gd name="connsiteY1" fmla="*/ 310696 h 532904"/>
              <a:gd name="connsiteX2" fmla="*/ 244584 w 510088"/>
              <a:gd name="connsiteY2" fmla="*/ 351739 h 532904"/>
              <a:gd name="connsiteX3" fmla="*/ 285679 w 510088"/>
              <a:gd name="connsiteY3" fmla="*/ 310696 h 532904"/>
              <a:gd name="connsiteX4" fmla="*/ 244584 w 510088"/>
              <a:gd name="connsiteY4" fmla="*/ 269606 h 532904"/>
              <a:gd name="connsiteX5" fmla="*/ 333059 w 510088"/>
              <a:gd name="connsiteY5" fmla="*/ 135861 h 532904"/>
              <a:gd name="connsiteX6" fmla="*/ 344868 w 510088"/>
              <a:gd name="connsiteY6" fmla="*/ 137432 h 532904"/>
              <a:gd name="connsiteX7" fmla="*/ 352059 w 510088"/>
              <a:gd name="connsiteY7" fmla="*/ 146955 h 532904"/>
              <a:gd name="connsiteX8" fmla="*/ 341059 w 510088"/>
              <a:gd name="connsiteY8" fmla="*/ 166048 h 532904"/>
              <a:gd name="connsiteX9" fmla="*/ 319773 w 510088"/>
              <a:gd name="connsiteY9" fmla="*/ 171761 h 532904"/>
              <a:gd name="connsiteX10" fmla="*/ 316964 w 510088"/>
              <a:gd name="connsiteY10" fmla="*/ 175380 h 532904"/>
              <a:gd name="connsiteX11" fmla="*/ 316964 w 510088"/>
              <a:gd name="connsiteY11" fmla="*/ 306792 h 532904"/>
              <a:gd name="connsiteX12" fmla="*/ 317059 w 510088"/>
              <a:gd name="connsiteY12" fmla="*/ 310696 h 532904"/>
              <a:gd name="connsiteX13" fmla="*/ 244536 w 510088"/>
              <a:gd name="connsiteY13" fmla="*/ 383211 h 532904"/>
              <a:gd name="connsiteX14" fmla="*/ 191585 w 510088"/>
              <a:gd name="connsiteY14" fmla="*/ 360262 h 532904"/>
              <a:gd name="connsiteX15" fmla="*/ 172157 w 510088"/>
              <a:gd name="connsiteY15" fmla="*/ 305840 h 532904"/>
              <a:gd name="connsiteX16" fmla="*/ 237441 w 510088"/>
              <a:gd name="connsiteY16" fmla="*/ 238467 h 532904"/>
              <a:gd name="connsiteX17" fmla="*/ 285774 w 510088"/>
              <a:gd name="connsiteY17" fmla="*/ 251037 h 532904"/>
              <a:gd name="connsiteX18" fmla="*/ 285774 w 510088"/>
              <a:gd name="connsiteY18" fmla="*/ 166238 h 532904"/>
              <a:gd name="connsiteX19" fmla="*/ 302869 w 510088"/>
              <a:gd name="connsiteY19" fmla="*/ 143955 h 532904"/>
              <a:gd name="connsiteX20" fmla="*/ 121141 w 510088"/>
              <a:gd name="connsiteY20" fmla="*/ 32143 h 532904"/>
              <a:gd name="connsiteX21" fmla="*/ 32095 w 510088"/>
              <a:gd name="connsiteY21" fmla="*/ 121191 h 532904"/>
              <a:gd name="connsiteX22" fmla="*/ 32095 w 510088"/>
              <a:gd name="connsiteY22" fmla="*/ 411762 h 532904"/>
              <a:gd name="connsiteX23" fmla="*/ 121141 w 510088"/>
              <a:gd name="connsiteY23" fmla="*/ 500809 h 532904"/>
              <a:gd name="connsiteX24" fmla="*/ 388995 w 510088"/>
              <a:gd name="connsiteY24" fmla="*/ 500809 h 532904"/>
              <a:gd name="connsiteX25" fmla="*/ 478041 w 510088"/>
              <a:gd name="connsiteY25" fmla="*/ 411762 h 532904"/>
              <a:gd name="connsiteX26" fmla="*/ 478041 w 510088"/>
              <a:gd name="connsiteY26" fmla="*/ 121191 h 532904"/>
              <a:gd name="connsiteX27" fmla="*/ 388995 w 510088"/>
              <a:gd name="connsiteY27" fmla="*/ 32143 h 532904"/>
              <a:gd name="connsiteX28" fmla="*/ 121141 w 510088"/>
              <a:gd name="connsiteY28" fmla="*/ 0 h 532904"/>
              <a:gd name="connsiteX29" fmla="*/ 388995 w 510088"/>
              <a:gd name="connsiteY29" fmla="*/ 0 h 532904"/>
              <a:gd name="connsiteX30" fmla="*/ 510088 w 510088"/>
              <a:gd name="connsiteY30" fmla="*/ 121191 h 532904"/>
              <a:gd name="connsiteX31" fmla="*/ 510088 w 510088"/>
              <a:gd name="connsiteY31" fmla="*/ 411762 h 532904"/>
              <a:gd name="connsiteX32" fmla="*/ 388995 w 510088"/>
              <a:gd name="connsiteY32" fmla="*/ 532904 h 532904"/>
              <a:gd name="connsiteX33" fmla="*/ 121141 w 510088"/>
              <a:gd name="connsiteY33" fmla="*/ 532904 h 532904"/>
              <a:gd name="connsiteX34" fmla="*/ 0 w 510088"/>
              <a:gd name="connsiteY34" fmla="*/ 411762 h 532904"/>
              <a:gd name="connsiteX35" fmla="*/ 0 w 510088"/>
              <a:gd name="connsiteY35" fmla="*/ 121143 h 532904"/>
              <a:gd name="connsiteX36" fmla="*/ 121141 w 510088"/>
              <a:gd name="connsiteY36" fmla="*/ 0 h 532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10088" h="532904">
                <a:moveTo>
                  <a:pt x="244584" y="269606"/>
                </a:moveTo>
                <a:cubicBezTo>
                  <a:pt x="221965" y="269606"/>
                  <a:pt x="203537" y="288080"/>
                  <a:pt x="203537" y="310696"/>
                </a:cubicBezTo>
                <a:cubicBezTo>
                  <a:pt x="203537" y="333313"/>
                  <a:pt x="221965" y="351739"/>
                  <a:pt x="244584" y="351739"/>
                </a:cubicBezTo>
                <a:cubicBezTo>
                  <a:pt x="267203" y="351739"/>
                  <a:pt x="285679" y="333360"/>
                  <a:pt x="285679" y="310696"/>
                </a:cubicBezTo>
                <a:cubicBezTo>
                  <a:pt x="285679" y="288080"/>
                  <a:pt x="267203" y="269606"/>
                  <a:pt x="244584" y="269606"/>
                </a:cubicBezTo>
                <a:close/>
                <a:moveTo>
                  <a:pt x="333059" y="135861"/>
                </a:moveTo>
                <a:cubicBezTo>
                  <a:pt x="337011" y="134813"/>
                  <a:pt x="341249" y="135337"/>
                  <a:pt x="344868" y="137432"/>
                </a:cubicBezTo>
                <a:cubicBezTo>
                  <a:pt x="348487" y="139479"/>
                  <a:pt x="351059" y="142907"/>
                  <a:pt x="352059" y="146955"/>
                </a:cubicBezTo>
                <a:cubicBezTo>
                  <a:pt x="354344" y="155192"/>
                  <a:pt x="349392" y="163762"/>
                  <a:pt x="341059" y="166048"/>
                </a:cubicBezTo>
                <a:lnTo>
                  <a:pt x="319773" y="171761"/>
                </a:lnTo>
                <a:cubicBezTo>
                  <a:pt x="318107" y="172190"/>
                  <a:pt x="316964" y="173666"/>
                  <a:pt x="316964" y="175380"/>
                </a:cubicBezTo>
                <a:lnTo>
                  <a:pt x="316964" y="306792"/>
                </a:lnTo>
                <a:cubicBezTo>
                  <a:pt x="317011" y="307935"/>
                  <a:pt x="317059" y="309316"/>
                  <a:pt x="317059" y="310696"/>
                </a:cubicBezTo>
                <a:cubicBezTo>
                  <a:pt x="317059" y="350691"/>
                  <a:pt x="284536" y="383211"/>
                  <a:pt x="244536" y="383211"/>
                </a:cubicBezTo>
                <a:cubicBezTo>
                  <a:pt x="224584" y="383211"/>
                  <a:pt x="205299" y="374831"/>
                  <a:pt x="191585" y="360262"/>
                </a:cubicBezTo>
                <a:cubicBezTo>
                  <a:pt x="177728" y="345454"/>
                  <a:pt x="170823" y="326171"/>
                  <a:pt x="172157" y="305840"/>
                </a:cubicBezTo>
                <a:cubicBezTo>
                  <a:pt x="174442" y="270797"/>
                  <a:pt x="202489" y="241800"/>
                  <a:pt x="237441" y="238467"/>
                </a:cubicBezTo>
                <a:cubicBezTo>
                  <a:pt x="254631" y="236801"/>
                  <a:pt x="271774" y="241324"/>
                  <a:pt x="285774" y="251037"/>
                </a:cubicBezTo>
                <a:lnTo>
                  <a:pt x="285774" y="166238"/>
                </a:lnTo>
                <a:cubicBezTo>
                  <a:pt x="285774" y="155811"/>
                  <a:pt x="292821" y="146669"/>
                  <a:pt x="302869" y="143955"/>
                </a:cubicBezTo>
                <a:close/>
                <a:moveTo>
                  <a:pt x="121141" y="32143"/>
                </a:moveTo>
                <a:cubicBezTo>
                  <a:pt x="71999" y="32143"/>
                  <a:pt x="32095" y="72048"/>
                  <a:pt x="32095" y="121191"/>
                </a:cubicBezTo>
                <a:lnTo>
                  <a:pt x="32095" y="411762"/>
                </a:lnTo>
                <a:cubicBezTo>
                  <a:pt x="32095" y="460857"/>
                  <a:pt x="71999" y="500809"/>
                  <a:pt x="121141" y="500809"/>
                </a:cubicBezTo>
                <a:lnTo>
                  <a:pt x="388995" y="500809"/>
                </a:lnTo>
                <a:cubicBezTo>
                  <a:pt x="438089" y="500809"/>
                  <a:pt x="478041" y="460857"/>
                  <a:pt x="478041" y="411762"/>
                </a:cubicBezTo>
                <a:lnTo>
                  <a:pt x="478041" y="121191"/>
                </a:lnTo>
                <a:cubicBezTo>
                  <a:pt x="478041" y="72048"/>
                  <a:pt x="438089" y="32143"/>
                  <a:pt x="388995" y="32143"/>
                </a:cubicBezTo>
                <a:close/>
                <a:moveTo>
                  <a:pt x="121141" y="0"/>
                </a:moveTo>
                <a:lnTo>
                  <a:pt x="388995" y="0"/>
                </a:lnTo>
                <a:cubicBezTo>
                  <a:pt x="455756" y="0"/>
                  <a:pt x="510088" y="54334"/>
                  <a:pt x="510088" y="121191"/>
                </a:cubicBezTo>
                <a:lnTo>
                  <a:pt x="510088" y="411762"/>
                </a:lnTo>
                <a:cubicBezTo>
                  <a:pt x="510088" y="478571"/>
                  <a:pt x="455756" y="532904"/>
                  <a:pt x="388995" y="532904"/>
                </a:cubicBezTo>
                <a:lnTo>
                  <a:pt x="121141" y="532904"/>
                </a:lnTo>
                <a:cubicBezTo>
                  <a:pt x="54333" y="532904"/>
                  <a:pt x="0" y="478571"/>
                  <a:pt x="0" y="411762"/>
                </a:cubicBezTo>
                <a:lnTo>
                  <a:pt x="0" y="121143"/>
                </a:lnTo>
                <a:cubicBezTo>
                  <a:pt x="0" y="54334"/>
                  <a:pt x="54333" y="0"/>
                  <a:pt x="12114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Righteous" panose="02010506000000020000" pitchFamily="2" charset="0"/>
            </a:endParaRPr>
          </a:p>
        </p:txBody>
      </p:sp>
      <p:pic>
        <p:nvPicPr>
          <p:cNvPr id="27" name="图形 2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41838" y="3399577"/>
            <a:ext cx="1590675" cy="1000125"/>
          </a:xfrm>
          <a:prstGeom prst="rect">
            <a:avLst/>
          </a:prstGeom>
        </p:spPr>
      </p:pic>
      <p:pic>
        <p:nvPicPr>
          <p:cNvPr id="28" name="图形 2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47806" y="2452036"/>
            <a:ext cx="1888642" cy="3115206"/>
          </a:xfrm>
          <a:prstGeom prst="rect">
            <a:avLst/>
          </a:prstGeom>
        </p:spPr>
      </p:pic>
      <p:sp>
        <p:nvSpPr>
          <p:cNvPr id="2" name="矩形 12"/>
          <p:cNvSpPr/>
          <p:nvPr/>
        </p:nvSpPr>
        <p:spPr>
          <a:xfrm>
            <a:off x="633107" y="3743970"/>
            <a:ext cx="3976029" cy="2100575"/>
          </a:xfrm>
          <a:prstGeom prst="rect">
            <a:avLst/>
          </a:prstGeom>
        </p:spPr>
        <p:txBody>
          <a:bodyPr wrap="square">
            <a:spAutoFit/>
          </a:bodyPr>
          <a:lstStyle/>
          <a:p>
            <a:pPr>
              <a:lnSpc>
                <a:spcPct val="150000"/>
              </a:lnSpc>
            </a:pPr>
            <a:r>
              <a:rPr lang="en-US" altLang="zh-CN" sz="2400" dirty="0">
                <a:solidFill>
                  <a:schemeClr val="accent4"/>
                </a:solidFill>
                <a:cs typeface="Righteous" panose="02010506000000020000" pitchFamily="2" charset="0"/>
              </a:rPr>
              <a:t>Enhance Accessibility</a:t>
            </a:r>
            <a:r>
              <a:rPr lang="en-US" altLang="zh-CN" sz="1050" dirty="0">
                <a:solidFill>
                  <a:schemeClr val="tx1">
                    <a:lumMod val="65000"/>
                    <a:lumOff val="35000"/>
                  </a:schemeClr>
                </a:solidFill>
                <a:cs typeface="Righteous" panose="02010506000000020000" pitchFamily="2" charset="0"/>
              </a:rPr>
              <a:t>: </a:t>
            </a:r>
            <a:r>
              <a:rPr lang="en-GB" altLang="zh-CN" sz="1050" dirty="0" err="1">
                <a:solidFill>
                  <a:schemeClr val="tx1">
                    <a:lumMod val="65000"/>
                    <a:lumOff val="35000"/>
                  </a:schemeClr>
                </a:solidFill>
                <a:cs typeface="Righteous" panose="02010506000000020000" pitchFamily="2" charset="0"/>
              </a:rPr>
              <a:t>simillarly</a:t>
            </a:r>
            <a:r>
              <a:rPr lang="en-GB" altLang="zh-CN" sz="1050" dirty="0">
                <a:solidFill>
                  <a:schemeClr val="tx1">
                    <a:lumMod val="65000"/>
                    <a:lumOff val="35000"/>
                  </a:schemeClr>
                </a:solidFill>
                <a:cs typeface="Righteous" panose="02010506000000020000" pitchFamily="2" charset="0"/>
              </a:rPr>
              <a:t> for enhanced </a:t>
            </a:r>
            <a:r>
              <a:rPr lang="en-GB" altLang="zh-CN" sz="1050" dirty="0" err="1">
                <a:solidFill>
                  <a:schemeClr val="tx1">
                    <a:lumMod val="65000"/>
                    <a:lumOff val="35000"/>
                  </a:schemeClr>
                </a:solidFill>
                <a:cs typeface="Righteous" panose="02010506000000020000" pitchFamily="2" charset="0"/>
              </a:rPr>
              <a:t>accesabilityYour</a:t>
            </a:r>
            <a:r>
              <a:rPr lang="en-GB" altLang="zh-CN" sz="1050" dirty="0">
                <a:solidFill>
                  <a:schemeClr val="tx1">
                    <a:lumMod val="65000"/>
                    <a:lumOff val="35000"/>
                  </a:schemeClr>
                </a:solidFill>
                <a:cs typeface="Righteous" panose="02010506000000020000" pitchFamily="2" charset="0"/>
              </a:rPr>
              <a:t> project enhances accessibility by providing critical education information, offering personalized career guidance and mentorship, and aiding in financial aid navigation. It also creates an inclusive community. These features empower all students to reach their educational and career aspirations.</a:t>
            </a:r>
            <a:endParaRPr lang="en-US" altLang="zh-CN" sz="1050" dirty="0">
              <a:solidFill>
                <a:schemeClr val="tx1">
                  <a:lumMod val="65000"/>
                  <a:lumOff val="35000"/>
                </a:schemeClr>
              </a:solidFill>
              <a:cs typeface="Righteous" panose="02010506000000020000" pitchFamily="2" charset="0"/>
            </a:endParaRPr>
          </a:p>
        </p:txBody>
      </p:sp>
      <p:pic>
        <p:nvPicPr>
          <p:cNvPr id="3" name="图形 71">
            <a:extLst>
              <a:ext uri="{FF2B5EF4-FFF2-40B4-BE49-F238E27FC236}">
                <a16:creationId xmlns:a16="http://schemas.microsoft.com/office/drawing/2014/main" id="{91C1EA03-5BE0-D0E6-A4C5-EB1EFC0092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10896600" y="-7814"/>
            <a:ext cx="1295398" cy="75483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26646" y="1266747"/>
            <a:ext cx="11901391" cy="4324505"/>
            <a:chOff x="-314748" y="2031386"/>
            <a:chExt cx="12515884" cy="4547788"/>
          </a:xfrm>
        </p:grpSpPr>
        <p:sp>
          <p:nvSpPr>
            <p:cNvPr id="4" name="Freeform 6"/>
            <p:cNvSpPr/>
            <p:nvPr/>
          </p:nvSpPr>
          <p:spPr bwMode="auto">
            <a:xfrm rot="5400000">
              <a:off x="5219326" y="2029916"/>
              <a:ext cx="1585553" cy="1588494"/>
            </a:xfrm>
            <a:custGeom>
              <a:avLst/>
              <a:gdLst>
                <a:gd name="T0" fmla="*/ 326 w 455"/>
                <a:gd name="T1" fmla="*/ 0 h 456"/>
                <a:gd name="T2" fmla="*/ 335 w 455"/>
                <a:gd name="T3" fmla="*/ 0 h 456"/>
                <a:gd name="T4" fmla="*/ 455 w 455"/>
                <a:gd name="T5" fmla="*/ 110 h 456"/>
                <a:gd name="T6" fmla="*/ 455 w 455"/>
                <a:gd name="T7" fmla="*/ 112 h 456"/>
                <a:gd name="T8" fmla="*/ 455 w 455"/>
                <a:gd name="T9" fmla="*/ 456 h 456"/>
                <a:gd name="T10" fmla="*/ 333 w 455"/>
                <a:gd name="T11" fmla="*/ 456 h 456"/>
                <a:gd name="T12" fmla="*/ 0 w 455"/>
                <a:gd name="T13" fmla="*/ 123 h 456"/>
                <a:gd name="T14" fmla="*/ 0 w 455"/>
                <a:gd name="T15" fmla="*/ 1 h 456"/>
                <a:gd name="T16" fmla="*/ 77 w 455"/>
                <a:gd name="T17" fmla="*/ 1 h 456"/>
                <a:gd name="T18" fmla="*/ 326 w 455"/>
                <a:gd name="T19" fmla="*/ 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5" h="456">
                  <a:moveTo>
                    <a:pt x="326" y="0"/>
                  </a:moveTo>
                  <a:cubicBezTo>
                    <a:pt x="329" y="0"/>
                    <a:pt x="332" y="0"/>
                    <a:pt x="335" y="0"/>
                  </a:cubicBezTo>
                  <a:cubicBezTo>
                    <a:pt x="410" y="5"/>
                    <a:pt x="455" y="67"/>
                    <a:pt x="455" y="110"/>
                  </a:cubicBezTo>
                  <a:cubicBezTo>
                    <a:pt x="455" y="110"/>
                    <a:pt x="455" y="111"/>
                    <a:pt x="455" y="112"/>
                  </a:cubicBezTo>
                  <a:cubicBezTo>
                    <a:pt x="455" y="200"/>
                    <a:pt x="455" y="456"/>
                    <a:pt x="455" y="456"/>
                  </a:cubicBezTo>
                  <a:cubicBezTo>
                    <a:pt x="333" y="456"/>
                    <a:pt x="333" y="456"/>
                    <a:pt x="333" y="456"/>
                  </a:cubicBezTo>
                  <a:cubicBezTo>
                    <a:pt x="149" y="456"/>
                    <a:pt x="0" y="307"/>
                    <a:pt x="0" y="123"/>
                  </a:cubicBezTo>
                  <a:cubicBezTo>
                    <a:pt x="0" y="1"/>
                    <a:pt x="0" y="1"/>
                    <a:pt x="0" y="1"/>
                  </a:cubicBezTo>
                  <a:cubicBezTo>
                    <a:pt x="0" y="1"/>
                    <a:pt x="32" y="1"/>
                    <a:pt x="77" y="1"/>
                  </a:cubicBezTo>
                  <a:cubicBezTo>
                    <a:pt x="152" y="0"/>
                    <a:pt x="263" y="0"/>
                    <a:pt x="326" y="0"/>
                  </a:cubicBezTo>
                  <a:close/>
                </a:path>
              </a:pathLst>
            </a:custGeom>
            <a:solidFill>
              <a:schemeClr val="accent1"/>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chemeClr val="bg1"/>
                </a:solidFill>
                <a:latin typeface="Righteous" panose="02010506000000020000" pitchFamily="2" charset="0"/>
                <a:ea typeface="Righteous" panose="02010506000000020000" pitchFamily="2" charset="0"/>
                <a:cs typeface="Righteous" panose="02010506000000020000" pitchFamily="2" charset="0"/>
              </a:endParaRPr>
            </a:p>
          </p:txBody>
        </p:sp>
        <p:sp>
          <p:nvSpPr>
            <p:cNvPr id="5" name="Shape 2778"/>
            <p:cNvSpPr/>
            <p:nvPr/>
          </p:nvSpPr>
          <p:spPr>
            <a:xfrm>
              <a:off x="5965059" y="2430770"/>
              <a:ext cx="279328" cy="279328"/>
            </a:xfrm>
            <a:custGeom>
              <a:avLst/>
              <a:gdLst>
                <a:gd name="connsiteX0" fmla="*/ 106701 w 457214"/>
                <a:gd name="connsiteY0" fmla="*/ 316024 h 457214"/>
                <a:gd name="connsiteX1" fmla="*/ 350514 w 457214"/>
                <a:gd name="connsiteY1" fmla="*/ 316024 h 457214"/>
                <a:gd name="connsiteX2" fmla="*/ 365752 w 457214"/>
                <a:gd name="connsiteY2" fmla="*/ 331266 h 457214"/>
                <a:gd name="connsiteX3" fmla="*/ 350514 w 457214"/>
                <a:gd name="connsiteY3" fmla="*/ 346507 h 457214"/>
                <a:gd name="connsiteX4" fmla="*/ 106701 w 457214"/>
                <a:gd name="connsiteY4" fmla="*/ 346507 h 457214"/>
                <a:gd name="connsiteX5" fmla="*/ 91463 w 457214"/>
                <a:gd name="connsiteY5" fmla="*/ 331266 h 457214"/>
                <a:gd name="connsiteX6" fmla="*/ 106701 w 457214"/>
                <a:gd name="connsiteY6" fmla="*/ 316024 h 457214"/>
                <a:gd name="connsiteX7" fmla="*/ 106701 w 457214"/>
                <a:gd name="connsiteY7" fmla="*/ 215432 h 457214"/>
                <a:gd name="connsiteX8" fmla="*/ 350514 w 457214"/>
                <a:gd name="connsiteY8" fmla="*/ 215432 h 457214"/>
                <a:gd name="connsiteX9" fmla="*/ 365752 w 457214"/>
                <a:gd name="connsiteY9" fmla="*/ 230673 h 457214"/>
                <a:gd name="connsiteX10" fmla="*/ 350514 w 457214"/>
                <a:gd name="connsiteY10" fmla="*/ 245914 h 457214"/>
                <a:gd name="connsiteX11" fmla="*/ 106701 w 457214"/>
                <a:gd name="connsiteY11" fmla="*/ 245914 h 457214"/>
                <a:gd name="connsiteX12" fmla="*/ 91463 w 457214"/>
                <a:gd name="connsiteY12" fmla="*/ 230673 h 457214"/>
                <a:gd name="connsiteX13" fmla="*/ 106701 w 457214"/>
                <a:gd name="connsiteY13" fmla="*/ 215432 h 457214"/>
                <a:gd name="connsiteX14" fmla="*/ 106701 w 457214"/>
                <a:gd name="connsiteY14" fmla="*/ 115172 h 457214"/>
                <a:gd name="connsiteX15" fmla="*/ 350514 w 457214"/>
                <a:gd name="connsiteY15" fmla="*/ 115172 h 457214"/>
                <a:gd name="connsiteX16" fmla="*/ 365752 w 457214"/>
                <a:gd name="connsiteY16" fmla="*/ 130413 h 457214"/>
                <a:gd name="connsiteX17" fmla="*/ 350514 w 457214"/>
                <a:gd name="connsiteY17" fmla="*/ 145655 h 457214"/>
                <a:gd name="connsiteX18" fmla="*/ 106701 w 457214"/>
                <a:gd name="connsiteY18" fmla="*/ 145655 h 457214"/>
                <a:gd name="connsiteX19" fmla="*/ 91463 w 457214"/>
                <a:gd name="connsiteY19" fmla="*/ 130413 h 457214"/>
                <a:gd name="connsiteX20" fmla="*/ 106701 w 457214"/>
                <a:gd name="connsiteY20" fmla="*/ 115172 h 457214"/>
                <a:gd name="connsiteX21" fmla="*/ 76202 w 457214"/>
                <a:gd name="connsiteY21" fmla="*/ 30481 h 457214"/>
                <a:gd name="connsiteX22" fmla="*/ 30481 w 457214"/>
                <a:gd name="connsiteY22" fmla="*/ 76202 h 457214"/>
                <a:gd name="connsiteX23" fmla="*/ 30481 w 457214"/>
                <a:gd name="connsiteY23" fmla="*/ 381012 h 457214"/>
                <a:gd name="connsiteX24" fmla="*/ 76202 w 457214"/>
                <a:gd name="connsiteY24" fmla="*/ 426733 h 457214"/>
                <a:gd name="connsiteX25" fmla="*/ 381012 w 457214"/>
                <a:gd name="connsiteY25" fmla="*/ 426733 h 457214"/>
                <a:gd name="connsiteX26" fmla="*/ 426733 w 457214"/>
                <a:gd name="connsiteY26" fmla="*/ 381012 h 457214"/>
                <a:gd name="connsiteX27" fmla="*/ 426733 w 457214"/>
                <a:gd name="connsiteY27" fmla="*/ 76202 h 457214"/>
                <a:gd name="connsiteX28" fmla="*/ 381012 w 457214"/>
                <a:gd name="connsiteY28" fmla="*/ 30481 h 457214"/>
                <a:gd name="connsiteX29" fmla="*/ 76202 w 457214"/>
                <a:gd name="connsiteY29" fmla="*/ 0 h 457214"/>
                <a:gd name="connsiteX30" fmla="*/ 381012 w 457214"/>
                <a:gd name="connsiteY30" fmla="*/ 0 h 457214"/>
                <a:gd name="connsiteX31" fmla="*/ 457214 w 457214"/>
                <a:gd name="connsiteY31" fmla="*/ 76202 h 457214"/>
                <a:gd name="connsiteX32" fmla="*/ 457214 w 457214"/>
                <a:gd name="connsiteY32" fmla="*/ 381012 h 457214"/>
                <a:gd name="connsiteX33" fmla="*/ 381012 w 457214"/>
                <a:gd name="connsiteY33" fmla="*/ 457214 h 457214"/>
                <a:gd name="connsiteX34" fmla="*/ 76202 w 457214"/>
                <a:gd name="connsiteY34" fmla="*/ 457214 h 457214"/>
                <a:gd name="connsiteX35" fmla="*/ 0 w 457214"/>
                <a:gd name="connsiteY35" fmla="*/ 381012 h 457214"/>
                <a:gd name="connsiteX36" fmla="*/ 0 w 457214"/>
                <a:gd name="connsiteY36" fmla="*/ 76202 h 457214"/>
                <a:gd name="connsiteX37" fmla="*/ 76202 w 457214"/>
                <a:gd name="connsiteY37" fmla="*/ 0 h 45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57214" h="457214">
                  <a:moveTo>
                    <a:pt x="106701" y="316024"/>
                  </a:moveTo>
                  <a:lnTo>
                    <a:pt x="350514" y="316024"/>
                  </a:lnTo>
                  <a:cubicBezTo>
                    <a:pt x="358942" y="316024"/>
                    <a:pt x="365752" y="322883"/>
                    <a:pt x="365752" y="331266"/>
                  </a:cubicBezTo>
                  <a:cubicBezTo>
                    <a:pt x="365752" y="339696"/>
                    <a:pt x="358942" y="346507"/>
                    <a:pt x="350514" y="346507"/>
                  </a:cubicBezTo>
                  <a:lnTo>
                    <a:pt x="106701" y="346507"/>
                  </a:lnTo>
                  <a:cubicBezTo>
                    <a:pt x="98273" y="346507"/>
                    <a:pt x="91463" y="339696"/>
                    <a:pt x="91463" y="331266"/>
                  </a:cubicBezTo>
                  <a:cubicBezTo>
                    <a:pt x="91463" y="322883"/>
                    <a:pt x="98273" y="316024"/>
                    <a:pt x="106701" y="316024"/>
                  </a:cubicBezTo>
                  <a:close/>
                  <a:moveTo>
                    <a:pt x="106701" y="215432"/>
                  </a:moveTo>
                  <a:lnTo>
                    <a:pt x="350514" y="215432"/>
                  </a:lnTo>
                  <a:cubicBezTo>
                    <a:pt x="358942" y="215432"/>
                    <a:pt x="365752" y="222290"/>
                    <a:pt x="365752" y="230673"/>
                  </a:cubicBezTo>
                  <a:cubicBezTo>
                    <a:pt x="365752" y="239103"/>
                    <a:pt x="358942" y="245914"/>
                    <a:pt x="350514" y="245914"/>
                  </a:cubicBezTo>
                  <a:lnTo>
                    <a:pt x="106701" y="245914"/>
                  </a:lnTo>
                  <a:cubicBezTo>
                    <a:pt x="98273" y="245914"/>
                    <a:pt x="91463" y="239103"/>
                    <a:pt x="91463" y="230673"/>
                  </a:cubicBezTo>
                  <a:cubicBezTo>
                    <a:pt x="91463" y="222290"/>
                    <a:pt x="98273" y="215432"/>
                    <a:pt x="106701" y="215432"/>
                  </a:cubicBezTo>
                  <a:close/>
                  <a:moveTo>
                    <a:pt x="106701" y="115172"/>
                  </a:moveTo>
                  <a:lnTo>
                    <a:pt x="350514" y="115172"/>
                  </a:lnTo>
                  <a:cubicBezTo>
                    <a:pt x="358942" y="115172"/>
                    <a:pt x="365752" y="121983"/>
                    <a:pt x="365752" y="130413"/>
                  </a:cubicBezTo>
                  <a:cubicBezTo>
                    <a:pt x="365752" y="138844"/>
                    <a:pt x="358942" y="145655"/>
                    <a:pt x="350514" y="145655"/>
                  </a:cubicBezTo>
                  <a:lnTo>
                    <a:pt x="106701" y="145655"/>
                  </a:lnTo>
                  <a:cubicBezTo>
                    <a:pt x="98273" y="145655"/>
                    <a:pt x="91463" y="138844"/>
                    <a:pt x="91463" y="130413"/>
                  </a:cubicBezTo>
                  <a:cubicBezTo>
                    <a:pt x="91463" y="121983"/>
                    <a:pt x="98273" y="115172"/>
                    <a:pt x="106701" y="115172"/>
                  </a:cubicBezTo>
                  <a:close/>
                  <a:moveTo>
                    <a:pt x="76202" y="30481"/>
                  </a:moveTo>
                  <a:cubicBezTo>
                    <a:pt x="50960" y="30481"/>
                    <a:pt x="30481" y="50913"/>
                    <a:pt x="30481" y="76202"/>
                  </a:cubicBezTo>
                  <a:lnTo>
                    <a:pt x="30481" y="381012"/>
                  </a:lnTo>
                  <a:cubicBezTo>
                    <a:pt x="30481" y="406254"/>
                    <a:pt x="50960" y="426733"/>
                    <a:pt x="76202" y="426733"/>
                  </a:cubicBezTo>
                  <a:lnTo>
                    <a:pt x="381012" y="426733"/>
                  </a:lnTo>
                  <a:cubicBezTo>
                    <a:pt x="406254" y="426733"/>
                    <a:pt x="426733" y="406254"/>
                    <a:pt x="426733" y="381012"/>
                  </a:cubicBezTo>
                  <a:lnTo>
                    <a:pt x="426733" y="76202"/>
                  </a:lnTo>
                  <a:cubicBezTo>
                    <a:pt x="426733" y="50913"/>
                    <a:pt x="406254" y="30481"/>
                    <a:pt x="381012" y="30481"/>
                  </a:cubicBezTo>
                  <a:close/>
                  <a:moveTo>
                    <a:pt x="76202" y="0"/>
                  </a:moveTo>
                  <a:lnTo>
                    <a:pt x="381012" y="0"/>
                  </a:lnTo>
                  <a:cubicBezTo>
                    <a:pt x="423113" y="0"/>
                    <a:pt x="457214" y="34100"/>
                    <a:pt x="457214" y="76202"/>
                  </a:cubicBezTo>
                  <a:lnTo>
                    <a:pt x="457214" y="381012"/>
                  </a:lnTo>
                  <a:cubicBezTo>
                    <a:pt x="457214" y="423066"/>
                    <a:pt x="423113" y="457214"/>
                    <a:pt x="381012" y="457214"/>
                  </a:cubicBezTo>
                  <a:lnTo>
                    <a:pt x="76202" y="457214"/>
                  </a:lnTo>
                  <a:cubicBezTo>
                    <a:pt x="34101" y="457214"/>
                    <a:pt x="0" y="423066"/>
                    <a:pt x="0" y="381012"/>
                  </a:cubicBezTo>
                  <a:lnTo>
                    <a:pt x="0" y="76202"/>
                  </a:lnTo>
                  <a:cubicBezTo>
                    <a:pt x="0" y="34100"/>
                    <a:pt x="34101" y="0"/>
                    <a:pt x="76202" y="0"/>
                  </a:cubicBezTo>
                  <a:close/>
                </a:path>
              </a:pathLst>
            </a:custGeom>
            <a:solidFill>
              <a:srgbClr val="FFFFFF"/>
            </a:solidFill>
            <a:ln w="12700">
              <a:miter lim="400000"/>
            </a:ln>
          </p:spPr>
          <p:txBody>
            <a:bodyPr lIns="19045" tIns="19045" rIns="19045" bIns="1904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chemeClr val="bg1"/>
                </a:solidFill>
                <a:effectLst>
                  <a:outerShdw blurRad="38100" dist="12700" dir="5400000" rotWithShape="0">
                    <a:srgbClr val="000000">
                      <a:alpha val="50000"/>
                    </a:srgbClr>
                  </a:outerShdw>
                </a:effectLst>
                <a:uLnTx/>
                <a:uFillTx/>
                <a:latin typeface="Manrope SemiBold" charset="0"/>
                <a:ea typeface="Manrope SemiBold" charset="0"/>
                <a:cs typeface="Manrope SemiBold" charset="0"/>
                <a:sym typeface="Manrope SemiBold" charset="0"/>
              </a:endParaRPr>
            </a:p>
          </p:txBody>
        </p:sp>
        <p:sp>
          <p:nvSpPr>
            <p:cNvPr id="6" name="Rectangle 21"/>
            <p:cNvSpPr/>
            <p:nvPr/>
          </p:nvSpPr>
          <p:spPr>
            <a:xfrm>
              <a:off x="5485031" y="2774845"/>
              <a:ext cx="1239383" cy="588879"/>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lang="en-US" altLang="zh-CN" sz="2400" dirty="0">
                  <a:solidFill>
                    <a:schemeClr val="bg1"/>
                  </a:solidFill>
                  <a:latin typeface="Righteous" panose="02010506000000020000" pitchFamily="2" charset="0"/>
                  <a:ea typeface="Righteous" panose="02010506000000020000" pitchFamily="2" charset="0"/>
                  <a:cs typeface="Manrope SemiBold" charset="0"/>
                  <a:sym typeface="Manrope SemiBold" charset="0"/>
                </a:rPr>
                <a:t>B</a:t>
              </a:r>
              <a:endParaRPr kumimoji="0" lang="en-US" altLang="zh-CN" sz="2400" i="0" u="none" strike="noStrike" kern="1200" cap="none" spc="0" normalizeH="0" baseline="0" noProof="0" dirty="0">
                <a:ln>
                  <a:noFill/>
                </a:ln>
                <a:solidFill>
                  <a:schemeClr val="bg1"/>
                </a:solidFill>
                <a:effectLst/>
                <a:uLnTx/>
                <a:uFillTx/>
                <a:latin typeface="Righteous" panose="02010506000000020000" pitchFamily="2" charset="0"/>
                <a:ea typeface="Righteous" panose="02010506000000020000" pitchFamily="2" charset="0"/>
                <a:cs typeface="Manrope SemiBold" charset="0"/>
                <a:sym typeface="Manrope SemiBold" charset="0"/>
              </a:endParaRPr>
            </a:p>
          </p:txBody>
        </p:sp>
        <p:sp>
          <p:nvSpPr>
            <p:cNvPr id="7" name="Freeform 5"/>
            <p:cNvSpPr/>
            <p:nvPr/>
          </p:nvSpPr>
          <p:spPr bwMode="auto">
            <a:xfrm rot="5400000">
              <a:off x="6913930" y="2028445"/>
              <a:ext cx="1585553" cy="1591436"/>
            </a:xfrm>
            <a:custGeom>
              <a:avLst/>
              <a:gdLst>
                <a:gd name="T0" fmla="*/ 455 w 455"/>
                <a:gd name="T1" fmla="*/ 0 h 457"/>
                <a:gd name="T2" fmla="*/ 333 w 455"/>
                <a:gd name="T3" fmla="*/ 0 h 457"/>
                <a:gd name="T4" fmla="*/ 0 w 455"/>
                <a:gd name="T5" fmla="*/ 333 h 457"/>
                <a:gd name="T6" fmla="*/ 0 w 455"/>
                <a:gd name="T7" fmla="*/ 455 h 457"/>
                <a:gd name="T8" fmla="*/ 77 w 455"/>
                <a:gd name="T9" fmla="*/ 456 h 457"/>
                <a:gd name="T10" fmla="*/ 326 w 455"/>
                <a:gd name="T11" fmla="*/ 457 h 457"/>
                <a:gd name="T12" fmla="*/ 335 w 455"/>
                <a:gd name="T13" fmla="*/ 457 h 457"/>
                <a:gd name="T14" fmla="*/ 455 w 455"/>
                <a:gd name="T15" fmla="*/ 347 h 457"/>
                <a:gd name="T16" fmla="*/ 455 w 455"/>
                <a:gd name="T17" fmla="*/ 345 h 457"/>
                <a:gd name="T18" fmla="*/ 455 w 455"/>
                <a:gd name="T19" fmla="*/ 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5" h="457">
                  <a:moveTo>
                    <a:pt x="455" y="0"/>
                  </a:moveTo>
                  <a:cubicBezTo>
                    <a:pt x="333" y="0"/>
                    <a:pt x="333" y="0"/>
                    <a:pt x="333" y="0"/>
                  </a:cubicBezTo>
                  <a:cubicBezTo>
                    <a:pt x="149" y="0"/>
                    <a:pt x="0" y="149"/>
                    <a:pt x="0" y="333"/>
                  </a:cubicBezTo>
                  <a:cubicBezTo>
                    <a:pt x="0" y="455"/>
                    <a:pt x="0" y="455"/>
                    <a:pt x="0" y="455"/>
                  </a:cubicBezTo>
                  <a:cubicBezTo>
                    <a:pt x="0" y="455"/>
                    <a:pt x="32" y="456"/>
                    <a:pt x="77" y="456"/>
                  </a:cubicBezTo>
                  <a:cubicBezTo>
                    <a:pt x="152" y="456"/>
                    <a:pt x="263" y="456"/>
                    <a:pt x="326" y="457"/>
                  </a:cubicBezTo>
                  <a:cubicBezTo>
                    <a:pt x="329" y="457"/>
                    <a:pt x="332" y="457"/>
                    <a:pt x="335" y="457"/>
                  </a:cubicBezTo>
                  <a:cubicBezTo>
                    <a:pt x="410" y="452"/>
                    <a:pt x="455" y="390"/>
                    <a:pt x="455" y="347"/>
                  </a:cubicBezTo>
                  <a:cubicBezTo>
                    <a:pt x="455" y="347"/>
                    <a:pt x="455" y="346"/>
                    <a:pt x="455" y="345"/>
                  </a:cubicBezTo>
                  <a:cubicBezTo>
                    <a:pt x="455" y="257"/>
                    <a:pt x="455" y="0"/>
                    <a:pt x="455" y="0"/>
                  </a:cubicBezTo>
                </a:path>
              </a:pathLst>
            </a:custGeom>
            <a:solidFill>
              <a:schemeClr val="accent2"/>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chemeClr val="bg1"/>
                </a:solidFill>
                <a:latin typeface="Righteous" panose="02010506000000020000" pitchFamily="2" charset="0"/>
                <a:ea typeface="Righteous" panose="02010506000000020000" pitchFamily="2" charset="0"/>
                <a:cs typeface="Righteous" panose="02010506000000020000" pitchFamily="2" charset="0"/>
              </a:endParaRPr>
            </a:p>
          </p:txBody>
        </p:sp>
        <p:sp>
          <p:nvSpPr>
            <p:cNvPr id="8" name="Shape 2774"/>
            <p:cNvSpPr/>
            <p:nvPr/>
          </p:nvSpPr>
          <p:spPr>
            <a:xfrm>
              <a:off x="7470628" y="2430770"/>
              <a:ext cx="279328" cy="279328"/>
            </a:xfrm>
            <a:custGeom>
              <a:avLst/>
              <a:gdLst>
                <a:gd name="T0" fmla="*/ 0 w 12800"/>
                <a:gd name="T1" fmla="*/ 4000 h 12800"/>
                <a:gd name="T2" fmla="*/ 12800 w 12800"/>
                <a:gd name="T3" fmla="*/ 0 h 12800"/>
                <a:gd name="T4" fmla="*/ 800 w 12800"/>
                <a:gd name="T5" fmla="*/ 3200 h 12800"/>
                <a:gd name="T6" fmla="*/ 12000 w 12800"/>
                <a:gd name="T7" fmla="*/ 800 h 12800"/>
                <a:gd name="T8" fmla="*/ 800 w 12800"/>
                <a:gd name="T9" fmla="*/ 3200 h 12800"/>
                <a:gd name="T10" fmla="*/ 10240 w 12800"/>
                <a:gd name="T11" fmla="*/ 2000 h 12800"/>
                <a:gd name="T12" fmla="*/ 11520 w 12800"/>
                <a:gd name="T13" fmla="*/ 2000 h 12800"/>
                <a:gd name="T14" fmla="*/ 9040 w 12800"/>
                <a:gd name="T15" fmla="*/ 1360 h 12800"/>
                <a:gd name="T16" fmla="*/ 9040 w 12800"/>
                <a:gd name="T17" fmla="*/ 2640 h 12800"/>
                <a:gd name="T18" fmla="*/ 9040 w 12800"/>
                <a:gd name="T19" fmla="*/ 1360 h 12800"/>
                <a:gd name="T20" fmla="*/ 6560 w 12800"/>
                <a:gd name="T21" fmla="*/ 2000 h 12800"/>
                <a:gd name="T22" fmla="*/ 7840 w 12800"/>
                <a:gd name="T23" fmla="*/ 2000 h 12800"/>
                <a:gd name="T24" fmla="*/ 10880 w 12800"/>
                <a:gd name="T25" fmla="*/ 5760 h 12800"/>
                <a:gd name="T26" fmla="*/ 10880 w 12800"/>
                <a:gd name="T27" fmla="*/ 7040 h 12800"/>
                <a:gd name="T28" fmla="*/ 10880 w 12800"/>
                <a:gd name="T29" fmla="*/ 5760 h 12800"/>
                <a:gd name="T30" fmla="*/ 8400 w 12800"/>
                <a:gd name="T31" fmla="*/ 6400 h 12800"/>
                <a:gd name="T32" fmla="*/ 9680 w 12800"/>
                <a:gd name="T33" fmla="*/ 6400 h 12800"/>
                <a:gd name="T34" fmla="*/ 7200 w 12800"/>
                <a:gd name="T35" fmla="*/ 5760 h 12800"/>
                <a:gd name="T36" fmla="*/ 7200 w 12800"/>
                <a:gd name="T37" fmla="*/ 7040 h 12800"/>
                <a:gd name="T38" fmla="*/ 7200 w 12800"/>
                <a:gd name="T39" fmla="*/ 5760 h 12800"/>
                <a:gd name="T40" fmla="*/ 10240 w 12800"/>
                <a:gd name="T41" fmla="*/ 10880 h 12800"/>
                <a:gd name="T42" fmla="*/ 11520 w 12800"/>
                <a:gd name="T43" fmla="*/ 10880 h 12800"/>
                <a:gd name="T44" fmla="*/ 9040 w 12800"/>
                <a:gd name="T45" fmla="*/ 10240 h 12800"/>
                <a:gd name="T46" fmla="*/ 9040 w 12800"/>
                <a:gd name="T47" fmla="*/ 11520 h 12800"/>
                <a:gd name="T48" fmla="*/ 9040 w 12800"/>
                <a:gd name="T49" fmla="*/ 10240 h 12800"/>
                <a:gd name="T50" fmla="*/ 6560 w 12800"/>
                <a:gd name="T51" fmla="*/ 10880 h 12800"/>
                <a:gd name="T52" fmla="*/ 7840 w 12800"/>
                <a:gd name="T53" fmla="*/ 10880 h 12800"/>
                <a:gd name="T54" fmla="*/ 12800 w 12800"/>
                <a:gd name="T55" fmla="*/ 8400 h 12800"/>
                <a:gd name="T56" fmla="*/ 0 w 12800"/>
                <a:gd name="T57" fmla="*/ 4400 h 12800"/>
                <a:gd name="T58" fmla="*/ 12800 w 12800"/>
                <a:gd name="T59" fmla="*/ 8400 h 12800"/>
                <a:gd name="T60" fmla="*/ 12000 w 12800"/>
                <a:gd name="T61" fmla="*/ 7600 h 12800"/>
                <a:gd name="T62" fmla="*/ 800 w 12800"/>
                <a:gd name="T63" fmla="*/ 5200 h 12800"/>
                <a:gd name="T64" fmla="*/ 12800 w 12800"/>
                <a:gd name="T65" fmla="*/ 12800 h 12800"/>
                <a:gd name="T66" fmla="*/ 0 w 12800"/>
                <a:gd name="T67" fmla="*/ 8800 h 12800"/>
                <a:gd name="T68" fmla="*/ 12800 w 12800"/>
                <a:gd name="T69" fmla="*/ 12800 h 12800"/>
                <a:gd name="T70" fmla="*/ 12000 w 12800"/>
                <a:gd name="T71" fmla="*/ 12000 h 12800"/>
                <a:gd name="T72" fmla="*/ 800 w 12800"/>
                <a:gd name="T73" fmla="*/ 960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800" h="12800">
                  <a:moveTo>
                    <a:pt x="12800" y="4000"/>
                  </a:moveTo>
                  <a:lnTo>
                    <a:pt x="0" y="4000"/>
                  </a:lnTo>
                  <a:lnTo>
                    <a:pt x="0" y="0"/>
                  </a:lnTo>
                  <a:lnTo>
                    <a:pt x="12800" y="0"/>
                  </a:lnTo>
                  <a:lnTo>
                    <a:pt x="12800" y="4000"/>
                  </a:lnTo>
                  <a:close/>
                  <a:moveTo>
                    <a:pt x="800" y="3200"/>
                  </a:moveTo>
                  <a:lnTo>
                    <a:pt x="12000" y="3200"/>
                  </a:lnTo>
                  <a:lnTo>
                    <a:pt x="12000" y="800"/>
                  </a:lnTo>
                  <a:lnTo>
                    <a:pt x="800" y="800"/>
                  </a:lnTo>
                  <a:lnTo>
                    <a:pt x="800" y="3200"/>
                  </a:lnTo>
                  <a:close/>
                  <a:moveTo>
                    <a:pt x="10880" y="1360"/>
                  </a:moveTo>
                  <a:cubicBezTo>
                    <a:pt x="10560" y="1360"/>
                    <a:pt x="10240" y="1680"/>
                    <a:pt x="10240" y="2000"/>
                  </a:cubicBezTo>
                  <a:cubicBezTo>
                    <a:pt x="10240" y="2320"/>
                    <a:pt x="10560" y="2640"/>
                    <a:pt x="10880" y="2640"/>
                  </a:cubicBezTo>
                  <a:cubicBezTo>
                    <a:pt x="11200" y="2640"/>
                    <a:pt x="11520" y="2320"/>
                    <a:pt x="11520" y="2000"/>
                  </a:cubicBezTo>
                  <a:cubicBezTo>
                    <a:pt x="11520" y="1680"/>
                    <a:pt x="11280" y="1360"/>
                    <a:pt x="10880" y="1360"/>
                  </a:cubicBezTo>
                  <a:close/>
                  <a:moveTo>
                    <a:pt x="9040" y="1360"/>
                  </a:moveTo>
                  <a:cubicBezTo>
                    <a:pt x="8720" y="1360"/>
                    <a:pt x="8400" y="1680"/>
                    <a:pt x="8400" y="2000"/>
                  </a:cubicBezTo>
                  <a:cubicBezTo>
                    <a:pt x="8400" y="2320"/>
                    <a:pt x="8720" y="2640"/>
                    <a:pt x="9040" y="2640"/>
                  </a:cubicBezTo>
                  <a:cubicBezTo>
                    <a:pt x="9360" y="2640"/>
                    <a:pt x="9680" y="2320"/>
                    <a:pt x="9680" y="2000"/>
                  </a:cubicBezTo>
                  <a:cubicBezTo>
                    <a:pt x="9680" y="1680"/>
                    <a:pt x="9440" y="1360"/>
                    <a:pt x="9040" y="1360"/>
                  </a:cubicBezTo>
                  <a:close/>
                  <a:moveTo>
                    <a:pt x="7200" y="1360"/>
                  </a:moveTo>
                  <a:cubicBezTo>
                    <a:pt x="6880" y="1360"/>
                    <a:pt x="6560" y="1600"/>
                    <a:pt x="6560" y="2000"/>
                  </a:cubicBezTo>
                  <a:cubicBezTo>
                    <a:pt x="6560" y="2400"/>
                    <a:pt x="6880" y="2640"/>
                    <a:pt x="7200" y="2640"/>
                  </a:cubicBezTo>
                  <a:cubicBezTo>
                    <a:pt x="7520" y="2640"/>
                    <a:pt x="7840" y="2320"/>
                    <a:pt x="7840" y="2000"/>
                  </a:cubicBezTo>
                  <a:cubicBezTo>
                    <a:pt x="7840" y="1680"/>
                    <a:pt x="7600" y="1360"/>
                    <a:pt x="7200" y="1360"/>
                  </a:cubicBezTo>
                  <a:close/>
                  <a:moveTo>
                    <a:pt x="10880" y="5760"/>
                  </a:moveTo>
                  <a:cubicBezTo>
                    <a:pt x="10560" y="5760"/>
                    <a:pt x="10240" y="6080"/>
                    <a:pt x="10240" y="6400"/>
                  </a:cubicBezTo>
                  <a:cubicBezTo>
                    <a:pt x="10240" y="6720"/>
                    <a:pt x="10560" y="7040"/>
                    <a:pt x="10880" y="7040"/>
                  </a:cubicBezTo>
                  <a:cubicBezTo>
                    <a:pt x="11200" y="7040"/>
                    <a:pt x="11520" y="6720"/>
                    <a:pt x="11520" y="6400"/>
                  </a:cubicBezTo>
                  <a:cubicBezTo>
                    <a:pt x="11520" y="6080"/>
                    <a:pt x="11280" y="5760"/>
                    <a:pt x="10880" y="5760"/>
                  </a:cubicBezTo>
                  <a:close/>
                  <a:moveTo>
                    <a:pt x="9040" y="5760"/>
                  </a:moveTo>
                  <a:cubicBezTo>
                    <a:pt x="8720" y="5760"/>
                    <a:pt x="8400" y="6080"/>
                    <a:pt x="8400" y="6400"/>
                  </a:cubicBezTo>
                  <a:cubicBezTo>
                    <a:pt x="8400" y="6720"/>
                    <a:pt x="8720" y="7040"/>
                    <a:pt x="9040" y="7040"/>
                  </a:cubicBezTo>
                  <a:cubicBezTo>
                    <a:pt x="9360" y="7040"/>
                    <a:pt x="9680" y="6720"/>
                    <a:pt x="9680" y="6400"/>
                  </a:cubicBezTo>
                  <a:cubicBezTo>
                    <a:pt x="9680" y="6080"/>
                    <a:pt x="9440" y="5760"/>
                    <a:pt x="9040" y="5760"/>
                  </a:cubicBezTo>
                  <a:close/>
                  <a:moveTo>
                    <a:pt x="7200" y="5760"/>
                  </a:moveTo>
                  <a:cubicBezTo>
                    <a:pt x="6880" y="5760"/>
                    <a:pt x="6560" y="6080"/>
                    <a:pt x="6560" y="6400"/>
                  </a:cubicBezTo>
                  <a:cubicBezTo>
                    <a:pt x="6560" y="6720"/>
                    <a:pt x="6880" y="7040"/>
                    <a:pt x="7200" y="7040"/>
                  </a:cubicBezTo>
                  <a:cubicBezTo>
                    <a:pt x="7520" y="7040"/>
                    <a:pt x="7840" y="6720"/>
                    <a:pt x="7840" y="6400"/>
                  </a:cubicBezTo>
                  <a:cubicBezTo>
                    <a:pt x="7840" y="6080"/>
                    <a:pt x="7600" y="5760"/>
                    <a:pt x="7200" y="5760"/>
                  </a:cubicBezTo>
                  <a:close/>
                  <a:moveTo>
                    <a:pt x="10880" y="10240"/>
                  </a:moveTo>
                  <a:cubicBezTo>
                    <a:pt x="10560" y="10240"/>
                    <a:pt x="10240" y="10560"/>
                    <a:pt x="10240" y="10880"/>
                  </a:cubicBezTo>
                  <a:cubicBezTo>
                    <a:pt x="10240" y="11200"/>
                    <a:pt x="10560" y="11520"/>
                    <a:pt x="10880" y="11520"/>
                  </a:cubicBezTo>
                  <a:cubicBezTo>
                    <a:pt x="11200" y="11520"/>
                    <a:pt x="11520" y="11200"/>
                    <a:pt x="11520" y="10880"/>
                  </a:cubicBezTo>
                  <a:cubicBezTo>
                    <a:pt x="11520" y="10560"/>
                    <a:pt x="11280" y="10240"/>
                    <a:pt x="10880" y="10240"/>
                  </a:cubicBezTo>
                  <a:close/>
                  <a:moveTo>
                    <a:pt x="9040" y="10240"/>
                  </a:moveTo>
                  <a:cubicBezTo>
                    <a:pt x="8720" y="10240"/>
                    <a:pt x="8400" y="10560"/>
                    <a:pt x="8400" y="10880"/>
                  </a:cubicBezTo>
                  <a:cubicBezTo>
                    <a:pt x="8400" y="11200"/>
                    <a:pt x="8720" y="11520"/>
                    <a:pt x="9040" y="11520"/>
                  </a:cubicBezTo>
                  <a:cubicBezTo>
                    <a:pt x="9360" y="11520"/>
                    <a:pt x="9680" y="11200"/>
                    <a:pt x="9680" y="10880"/>
                  </a:cubicBezTo>
                  <a:cubicBezTo>
                    <a:pt x="9680" y="10560"/>
                    <a:pt x="9440" y="10240"/>
                    <a:pt x="9040" y="10240"/>
                  </a:cubicBezTo>
                  <a:close/>
                  <a:moveTo>
                    <a:pt x="7200" y="10240"/>
                  </a:moveTo>
                  <a:cubicBezTo>
                    <a:pt x="6880" y="10240"/>
                    <a:pt x="6560" y="10560"/>
                    <a:pt x="6560" y="10880"/>
                  </a:cubicBezTo>
                  <a:cubicBezTo>
                    <a:pt x="6560" y="11200"/>
                    <a:pt x="6880" y="11520"/>
                    <a:pt x="7200" y="11520"/>
                  </a:cubicBezTo>
                  <a:cubicBezTo>
                    <a:pt x="7520" y="11520"/>
                    <a:pt x="7840" y="11200"/>
                    <a:pt x="7840" y="10880"/>
                  </a:cubicBezTo>
                  <a:cubicBezTo>
                    <a:pt x="7840" y="10560"/>
                    <a:pt x="7600" y="10240"/>
                    <a:pt x="7200" y="10240"/>
                  </a:cubicBezTo>
                  <a:close/>
                  <a:moveTo>
                    <a:pt x="12800" y="8400"/>
                  </a:moveTo>
                  <a:lnTo>
                    <a:pt x="0" y="8400"/>
                  </a:lnTo>
                  <a:lnTo>
                    <a:pt x="0" y="4400"/>
                  </a:lnTo>
                  <a:lnTo>
                    <a:pt x="12800" y="4400"/>
                  </a:lnTo>
                  <a:lnTo>
                    <a:pt x="12800" y="8400"/>
                  </a:lnTo>
                  <a:close/>
                  <a:moveTo>
                    <a:pt x="800" y="7600"/>
                  </a:moveTo>
                  <a:lnTo>
                    <a:pt x="12000" y="7600"/>
                  </a:lnTo>
                  <a:lnTo>
                    <a:pt x="12000" y="5200"/>
                  </a:lnTo>
                  <a:lnTo>
                    <a:pt x="800" y="5200"/>
                  </a:lnTo>
                  <a:lnTo>
                    <a:pt x="800" y="7600"/>
                  </a:lnTo>
                  <a:close/>
                  <a:moveTo>
                    <a:pt x="12800" y="12800"/>
                  </a:moveTo>
                  <a:lnTo>
                    <a:pt x="0" y="12800"/>
                  </a:lnTo>
                  <a:lnTo>
                    <a:pt x="0" y="8800"/>
                  </a:lnTo>
                  <a:lnTo>
                    <a:pt x="12800" y="8800"/>
                  </a:lnTo>
                  <a:lnTo>
                    <a:pt x="12800" y="12800"/>
                  </a:lnTo>
                  <a:close/>
                  <a:moveTo>
                    <a:pt x="800" y="12000"/>
                  </a:moveTo>
                  <a:lnTo>
                    <a:pt x="12000" y="12000"/>
                  </a:lnTo>
                  <a:lnTo>
                    <a:pt x="12000" y="9600"/>
                  </a:lnTo>
                  <a:lnTo>
                    <a:pt x="800" y="9600"/>
                  </a:lnTo>
                  <a:lnTo>
                    <a:pt x="800" y="12000"/>
                  </a:lnTo>
                  <a:close/>
                </a:path>
              </a:pathLst>
            </a:custGeom>
            <a:solidFill>
              <a:srgbClr val="FFFFFF"/>
            </a:solidFill>
            <a:ln w="12700">
              <a:miter lim="400000"/>
            </a:ln>
          </p:spPr>
          <p:txBody>
            <a:bodyPr lIns="19045" tIns="19045" rIns="19045" bIns="1904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chemeClr val="bg1"/>
                </a:solidFill>
                <a:effectLst>
                  <a:outerShdw blurRad="38100" dist="12700" dir="5400000" rotWithShape="0">
                    <a:srgbClr val="000000">
                      <a:alpha val="50000"/>
                    </a:srgbClr>
                  </a:outerShdw>
                </a:effectLst>
                <a:uLnTx/>
                <a:uFillTx/>
                <a:latin typeface="Manrope SemiBold" charset="0"/>
                <a:ea typeface="Manrope SemiBold" charset="0"/>
                <a:cs typeface="Manrope SemiBold" charset="0"/>
                <a:sym typeface="Manrope SemiBold" charset="0"/>
              </a:endParaRPr>
            </a:p>
          </p:txBody>
        </p:sp>
        <p:sp>
          <p:nvSpPr>
            <p:cNvPr id="9" name="Rectangle 23"/>
            <p:cNvSpPr/>
            <p:nvPr/>
          </p:nvSpPr>
          <p:spPr>
            <a:xfrm>
              <a:off x="6986639" y="2774845"/>
              <a:ext cx="1239383" cy="588879"/>
            </a:xfrm>
            <a:prstGeom prst="rect">
              <a:avLst/>
            </a:prstGeom>
          </p:spPr>
          <p:txBody>
            <a:bodyPr wrap="square">
              <a:spAutoFit/>
            </a:bodyPr>
            <a:lstStyle/>
            <a:p>
              <a:pPr lvl="0" algn="ctr">
                <a:lnSpc>
                  <a:spcPct val="150000"/>
                </a:lnSpc>
                <a:defRPr/>
              </a:pPr>
              <a:r>
                <a:rPr lang="en-US" altLang="zh-CN" sz="2400" dirty="0">
                  <a:solidFill>
                    <a:schemeClr val="bg1"/>
                  </a:solidFill>
                  <a:latin typeface="Righteous" panose="02010506000000020000" pitchFamily="2" charset="0"/>
                  <a:ea typeface="Righteous" panose="02010506000000020000" pitchFamily="2" charset="0"/>
                  <a:cs typeface="Manrope SemiBold" charset="0"/>
                </a:rPr>
                <a:t>A</a:t>
              </a:r>
              <a:endParaRPr lang="en-US" altLang="zh-CN" sz="2400" dirty="0">
                <a:solidFill>
                  <a:schemeClr val="bg1"/>
                </a:solidFill>
                <a:latin typeface="Righteous" panose="02010506000000020000" pitchFamily="2" charset="0"/>
                <a:ea typeface="Righteous" panose="02010506000000020000" pitchFamily="2" charset="0"/>
                <a:cs typeface="Manrope SemiBold" charset="0"/>
                <a:sym typeface="Manrope SemiBold" charset="0"/>
              </a:endParaRPr>
            </a:p>
          </p:txBody>
        </p:sp>
        <p:sp>
          <p:nvSpPr>
            <p:cNvPr id="10" name="Freeform 7"/>
            <p:cNvSpPr/>
            <p:nvPr/>
          </p:nvSpPr>
          <p:spPr bwMode="auto">
            <a:xfrm rot="5400000">
              <a:off x="3517916" y="3735423"/>
              <a:ext cx="1585553" cy="1591436"/>
            </a:xfrm>
            <a:custGeom>
              <a:avLst/>
              <a:gdLst>
                <a:gd name="T0" fmla="*/ 120 w 455"/>
                <a:gd name="T1" fmla="*/ 0 h 457"/>
                <a:gd name="T2" fmla="*/ 0 w 455"/>
                <a:gd name="T3" fmla="*/ 110 h 457"/>
                <a:gd name="T4" fmla="*/ 0 w 455"/>
                <a:gd name="T5" fmla="*/ 112 h 457"/>
                <a:gd name="T6" fmla="*/ 0 w 455"/>
                <a:gd name="T7" fmla="*/ 457 h 457"/>
                <a:gd name="T8" fmla="*/ 122 w 455"/>
                <a:gd name="T9" fmla="*/ 457 h 457"/>
                <a:gd name="T10" fmla="*/ 122 w 455"/>
                <a:gd name="T11" fmla="*/ 457 h 457"/>
                <a:gd name="T12" fmla="*/ 455 w 455"/>
                <a:gd name="T13" fmla="*/ 124 h 457"/>
                <a:gd name="T14" fmla="*/ 455 w 455"/>
                <a:gd name="T15" fmla="*/ 3 h 457"/>
                <a:gd name="T16" fmla="*/ 378 w 455"/>
                <a:gd name="T17" fmla="*/ 2 h 457"/>
                <a:gd name="T18" fmla="*/ 129 w 455"/>
                <a:gd name="T19" fmla="*/ 1 h 457"/>
                <a:gd name="T20" fmla="*/ 120 w 455"/>
                <a:gd name="T21" fmla="*/ 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5" h="457">
                  <a:moveTo>
                    <a:pt x="120" y="0"/>
                  </a:moveTo>
                  <a:cubicBezTo>
                    <a:pt x="45" y="5"/>
                    <a:pt x="0" y="67"/>
                    <a:pt x="0" y="110"/>
                  </a:cubicBezTo>
                  <a:cubicBezTo>
                    <a:pt x="0" y="111"/>
                    <a:pt x="0" y="112"/>
                    <a:pt x="0" y="112"/>
                  </a:cubicBezTo>
                  <a:cubicBezTo>
                    <a:pt x="0" y="201"/>
                    <a:pt x="0" y="457"/>
                    <a:pt x="0" y="457"/>
                  </a:cubicBezTo>
                  <a:cubicBezTo>
                    <a:pt x="122" y="457"/>
                    <a:pt x="122" y="457"/>
                    <a:pt x="122" y="457"/>
                  </a:cubicBezTo>
                  <a:cubicBezTo>
                    <a:pt x="122" y="457"/>
                    <a:pt x="122" y="457"/>
                    <a:pt x="122" y="457"/>
                  </a:cubicBezTo>
                  <a:cubicBezTo>
                    <a:pt x="306" y="457"/>
                    <a:pt x="455" y="308"/>
                    <a:pt x="455" y="124"/>
                  </a:cubicBezTo>
                  <a:cubicBezTo>
                    <a:pt x="455" y="3"/>
                    <a:pt x="455" y="3"/>
                    <a:pt x="455" y="3"/>
                  </a:cubicBezTo>
                  <a:cubicBezTo>
                    <a:pt x="455" y="3"/>
                    <a:pt x="423" y="2"/>
                    <a:pt x="378" y="2"/>
                  </a:cubicBezTo>
                  <a:cubicBezTo>
                    <a:pt x="303" y="1"/>
                    <a:pt x="192" y="1"/>
                    <a:pt x="129" y="1"/>
                  </a:cubicBezTo>
                  <a:cubicBezTo>
                    <a:pt x="126" y="1"/>
                    <a:pt x="123" y="1"/>
                    <a:pt x="120" y="0"/>
                  </a:cubicBezTo>
                </a:path>
              </a:pathLst>
            </a:custGeom>
            <a:solidFill>
              <a:schemeClr val="accent2"/>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chemeClr val="bg1"/>
                </a:solidFill>
                <a:latin typeface="Righteous" panose="02010506000000020000" pitchFamily="2" charset="0"/>
                <a:ea typeface="Righteous" panose="02010506000000020000" pitchFamily="2" charset="0"/>
                <a:cs typeface="Righteous" panose="02010506000000020000" pitchFamily="2" charset="0"/>
              </a:endParaRPr>
            </a:p>
          </p:txBody>
        </p:sp>
        <p:sp>
          <p:nvSpPr>
            <p:cNvPr id="11" name="Rectangle 25"/>
            <p:cNvSpPr/>
            <p:nvPr/>
          </p:nvSpPr>
          <p:spPr>
            <a:xfrm>
              <a:off x="3798882" y="4377025"/>
              <a:ext cx="1239383" cy="588879"/>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lang="en-US" altLang="zh-CN" sz="2400" dirty="0">
                  <a:solidFill>
                    <a:schemeClr val="bg1"/>
                  </a:solidFill>
                  <a:latin typeface="Righteous" panose="02010506000000020000" pitchFamily="2" charset="0"/>
                  <a:ea typeface="Righteous" panose="02010506000000020000" pitchFamily="2" charset="0"/>
                  <a:cs typeface="Manrope SemiBold" charset="0"/>
                  <a:sym typeface="Manrope SemiBold" charset="0"/>
                </a:rPr>
                <a:t>D</a:t>
              </a:r>
              <a:endParaRPr kumimoji="0" lang="en-US" altLang="zh-CN" sz="2400" i="0" u="none" strike="noStrike" kern="1200" cap="none" spc="0" normalizeH="0" baseline="0" noProof="0" dirty="0">
                <a:ln>
                  <a:noFill/>
                </a:ln>
                <a:solidFill>
                  <a:schemeClr val="bg1"/>
                </a:solidFill>
                <a:effectLst/>
                <a:uLnTx/>
                <a:uFillTx/>
                <a:latin typeface="Righteous" panose="02010506000000020000" pitchFamily="2" charset="0"/>
                <a:ea typeface="Righteous" panose="02010506000000020000" pitchFamily="2" charset="0"/>
                <a:cs typeface="Manrope SemiBold" charset="0"/>
                <a:sym typeface="Manrope SemiBold" charset="0"/>
              </a:endParaRPr>
            </a:p>
          </p:txBody>
        </p:sp>
        <p:sp>
          <p:nvSpPr>
            <p:cNvPr id="12" name="Shape 2748"/>
            <p:cNvSpPr/>
            <p:nvPr/>
          </p:nvSpPr>
          <p:spPr>
            <a:xfrm>
              <a:off x="4278909" y="4048013"/>
              <a:ext cx="279328" cy="278647"/>
            </a:xfrm>
            <a:custGeom>
              <a:avLst/>
              <a:gdLst>
                <a:gd name="T0" fmla="*/ 12630 w 12833"/>
                <a:gd name="T1" fmla="*/ 64 h 12800"/>
                <a:gd name="T2" fmla="*/ 12413 w 12833"/>
                <a:gd name="T3" fmla="*/ 0 h 12800"/>
                <a:gd name="T4" fmla="*/ 12191 w 12833"/>
                <a:gd name="T5" fmla="*/ 67 h 12800"/>
                <a:gd name="T6" fmla="*/ 191 w 12833"/>
                <a:gd name="T7" fmla="*/ 8067 h 12800"/>
                <a:gd name="T8" fmla="*/ 16 w 12833"/>
                <a:gd name="T9" fmla="*/ 8441 h 12800"/>
                <a:gd name="T10" fmla="*/ 265 w 12833"/>
                <a:gd name="T11" fmla="*/ 8771 h 12800"/>
                <a:gd name="T12" fmla="*/ 3394 w 12833"/>
                <a:gd name="T13" fmla="*/ 10023 h 12800"/>
                <a:gd name="T14" fmla="*/ 4866 w 12833"/>
                <a:gd name="T15" fmla="*/ 12598 h 12800"/>
                <a:gd name="T16" fmla="*/ 5209 w 12833"/>
                <a:gd name="T17" fmla="*/ 12800 h 12800"/>
                <a:gd name="T18" fmla="*/ 5213 w 12833"/>
                <a:gd name="T19" fmla="*/ 12800 h 12800"/>
                <a:gd name="T20" fmla="*/ 5556 w 12833"/>
                <a:gd name="T21" fmla="*/ 12606 h 12800"/>
                <a:gd name="T22" fmla="*/ 6387 w 12833"/>
                <a:gd name="T23" fmla="*/ 11220 h 12800"/>
                <a:gd name="T24" fmla="*/ 10264 w 12833"/>
                <a:gd name="T25" fmla="*/ 12771 h 12800"/>
                <a:gd name="T26" fmla="*/ 10413 w 12833"/>
                <a:gd name="T27" fmla="*/ 12800 h 12800"/>
                <a:gd name="T28" fmla="*/ 10609 w 12833"/>
                <a:gd name="T29" fmla="*/ 12748 h 12800"/>
                <a:gd name="T30" fmla="*/ 10807 w 12833"/>
                <a:gd name="T31" fmla="*/ 12465 h 12800"/>
                <a:gd name="T32" fmla="*/ 12807 w 12833"/>
                <a:gd name="T33" fmla="*/ 466 h 12800"/>
                <a:gd name="T34" fmla="*/ 12630 w 12833"/>
                <a:gd name="T35" fmla="*/ 64 h 12800"/>
                <a:gd name="T36" fmla="*/ 1268 w 12833"/>
                <a:gd name="T37" fmla="*/ 8311 h 12800"/>
                <a:gd name="T38" fmla="*/ 10537 w 12833"/>
                <a:gd name="T39" fmla="*/ 2130 h 12800"/>
                <a:gd name="T40" fmla="*/ 3797 w 12833"/>
                <a:gd name="T41" fmla="*/ 9345 h 12800"/>
                <a:gd name="T42" fmla="*/ 3691 w 12833"/>
                <a:gd name="T43" fmla="*/ 9280 h 12800"/>
                <a:gd name="T44" fmla="*/ 1268 w 12833"/>
                <a:gd name="T45" fmla="*/ 8311 h 12800"/>
                <a:gd name="T46" fmla="*/ 4089 w 12833"/>
                <a:gd name="T47" fmla="*/ 9626 h 12800"/>
                <a:gd name="T48" fmla="*/ 4086 w 12833"/>
                <a:gd name="T49" fmla="*/ 9622 h 12800"/>
                <a:gd name="T50" fmla="*/ 11663 w 12833"/>
                <a:gd name="T51" fmla="*/ 1512 h 12800"/>
                <a:gd name="T52" fmla="*/ 5203 w 12833"/>
                <a:gd name="T53" fmla="*/ 11577 h 12800"/>
                <a:gd name="T54" fmla="*/ 4089 w 12833"/>
                <a:gd name="T55" fmla="*/ 9626 h 12800"/>
                <a:gd name="T56" fmla="*/ 10100 w 12833"/>
                <a:gd name="T57" fmla="*/ 11843 h 12800"/>
                <a:gd name="T58" fmla="*/ 6683 w 12833"/>
                <a:gd name="T59" fmla="*/ 10477 h 12800"/>
                <a:gd name="T60" fmla="*/ 6434 w 12833"/>
                <a:gd name="T61" fmla="*/ 10429 h 12800"/>
                <a:gd name="T62" fmla="*/ 11695 w 12833"/>
                <a:gd name="T63" fmla="*/ 2274 h 12800"/>
                <a:gd name="T64" fmla="*/ 10100 w 12833"/>
                <a:gd name="T65" fmla="*/ 11843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833" h="12800">
                  <a:moveTo>
                    <a:pt x="12630" y="64"/>
                  </a:moveTo>
                  <a:cubicBezTo>
                    <a:pt x="12564" y="21"/>
                    <a:pt x="12488" y="0"/>
                    <a:pt x="12413" y="0"/>
                  </a:cubicBezTo>
                  <a:cubicBezTo>
                    <a:pt x="12336" y="0"/>
                    <a:pt x="12258" y="22"/>
                    <a:pt x="12191" y="67"/>
                  </a:cubicBezTo>
                  <a:lnTo>
                    <a:pt x="191" y="8067"/>
                  </a:lnTo>
                  <a:cubicBezTo>
                    <a:pt x="68" y="8149"/>
                    <a:pt x="0" y="8293"/>
                    <a:pt x="16" y="8441"/>
                  </a:cubicBezTo>
                  <a:cubicBezTo>
                    <a:pt x="31" y="8589"/>
                    <a:pt x="127" y="8717"/>
                    <a:pt x="265" y="8771"/>
                  </a:cubicBezTo>
                  <a:lnTo>
                    <a:pt x="3394" y="10023"/>
                  </a:lnTo>
                  <a:lnTo>
                    <a:pt x="4866" y="12598"/>
                  </a:lnTo>
                  <a:cubicBezTo>
                    <a:pt x="4936" y="12722"/>
                    <a:pt x="5067" y="12798"/>
                    <a:pt x="5209" y="12800"/>
                  </a:cubicBezTo>
                  <a:lnTo>
                    <a:pt x="5213" y="12800"/>
                  </a:lnTo>
                  <a:cubicBezTo>
                    <a:pt x="5353" y="12800"/>
                    <a:pt x="5484" y="12726"/>
                    <a:pt x="5556" y="12606"/>
                  </a:cubicBezTo>
                  <a:lnTo>
                    <a:pt x="6387" y="11220"/>
                  </a:lnTo>
                  <a:lnTo>
                    <a:pt x="10264" y="12771"/>
                  </a:lnTo>
                  <a:cubicBezTo>
                    <a:pt x="10312" y="12790"/>
                    <a:pt x="10362" y="12800"/>
                    <a:pt x="10413" y="12800"/>
                  </a:cubicBezTo>
                  <a:cubicBezTo>
                    <a:pt x="10481" y="12800"/>
                    <a:pt x="10548" y="12782"/>
                    <a:pt x="10609" y="12748"/>
                  </a:cubicBezTo>
                  <a:cubicBezTo>
                    <a:pt x="10714" y="12689"/>
                    <a:pt x="10787" y="12585"/>
                    <a:pt x="10807" y="12465"/>
                  </a:cubicBezTo>
                  <a:lnTo>
                    <a:pt x="12807" y="466"/>
                  </a:lnTo>
                  <a:cubicBezTo>
                    <a:pt x="12833" y="308"/>
                    <a:pt x="12764" y="151"/>
                    <a:pt x="12630" y="64"/>
                  </a:cubicBezTo>
                  <a:close/>
                  <a:moveTo>
                    <a:pt x="1268" y="8311"/>
                  </a:moveTo>
                  <a:lnTo>
                    <a:pt x="10537" y="2130"/>
                  </a:lnTo>
                  <a:lnTo>
                    <a:pt x="3797" y="9345"/>
                  </a:lnTo>
                  <a:cubicBezTo>
                    <a:pt x="3762" y="9324"/>
                    <a:pt x="3730" y="9296"/>
                    <a:pt x="3691" y="9280"/>
                  </a:cubicBezTo>
                  <a:lnTo>
                    <a:pt x="1268" y="8311"/>
                  </a:lnTo>
                  <a:close/>
                  <a:moveTo>
                    <a:pt x="4089" y="9626"/>
                  </a:moveTo>
                  <a:cubicBezTo>
                    <a:pt x="4088" y="9624"/>
                    <a:pt x="4087" y="9624"/>
                    <a:pt x="4086" y="9622"/>
                  </a:cubicBezTo>
                  <a:lnTo>
                    <a:pt x="11663" y="1512"/>
                  </a:lnTo>
                  <a:lnTo>
                    <a:pt x="5203" y="11577"/>
                  </a:lnTo>
                  <a:lnTo>
                    <a:pt x="4089" y="9626"/>
                  </a:lnTo>
                  <a:close/>
                  <a:moveTo>
                    <a:pt x="10100" y="11843"/>
                  </a:moveTo>
                  <a:lnTo>
                    <a:pt x="6683" y="10477"/>
                  </a:lnTo>
                  <a:cubicBezTo>
                    <a:pt x="6602" y="10445"/>
                    <a:pt x="6518" y="10434"/>
                    <a:pt x="6434" y="10429"/>
                  </a:cubicBezTo>
                  <a:lnTo>
                    <a:pt x="11695" y="2274"/>
                  </a:lnTo>
                  <a:lnTo>
                    <a:pt x="10100" y="11843"/>
                  </a:lnTo>
                  <a:close/>
                </a:path>
              </a:pathLst>
            </a:custGeom>
            <a:solidFill>
              <a:srgbClr val="FFFFFF"/>
            </a:solidFill>
            <a:ln w="12700">
              <a:miter lim="400000"/>
            </a:ln>
          </p:spPr>
          <p:txBody>
            <a:bodyPr lIns="19045" tIns="19045" rIns="19045" bIns="1904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chemeClr val="bg1"/>
                </a:solidFill>
                <a:effectLst>
                  <a:outerShdw blurRad="38100" dist="12700" dir="5400000" rotWithShape="0">
                    <a:srgbClr val="000000">
                      <a:alpha val="50000"/>
                    </a:srgbClr>
                  </a:outerShdw>
                </a:effectLst>
                <a:uLnTx/>
                <a:uFillTx/>
                <a:latin typeface="Manrope SemiBold" charset="0"/>
                <a:ea typeface="Manrope SemiBold" charset="0"/>
                <a:cs typeface="Manrope SemiBold" charset="0"/>
                <a:sym typeface="Manrope SemiBold" charset="0"/>
              </a:endParaRPr>
            </a:p>
          </p:txBody>
        </p:sp>
        <p:sp>
          <p:nvSpPr>
            <p:cNvPr id="13" name="Freeform 8"/>
            <p:cNvSpPr/>
            <p:nvPr/>
          </p:nvSpPr>
          <p:spPr bwMode="auto">
            <a:xfrm rot="5400000">
              <a:off x="5207771" y="3735423"/>
              <a:ext cx="1582611" cy="1591436"/>
            </a:xfrm>
            <a:custGeom>
              <a:avLst/>
              <a:gdLst>
                <a:gd name="T0" fmla="*/ 129 w 454"/>
                <a:gd name="T1" fmla="*/ 456 h 457"/>
                <a:gd name="T2" fmla="*/ 120 w 454"/>
                <a:gd name="T3" fmla="*/ 457 h 457"/>
                <a:gd name="T4" fmla="*/ 0 w 454"/>
                <a:gd name="T5" fmla="*/ 347 h 457"/>
                <a:gd name="T6" fmla="*/ 0 w 454"/>
                <a:gd name="T7" fmla="*/ 345 h 457"/>
                <a:gd name="T8" fmla="*/ 0 w 454"/>
                <a:gd name="T9" fmla="*/ 0 h 457"/>
                <a:gd name="T10" fmla="*/ 121 w 454"/>
                <a:gd name="T11" fmla="*/ 0 h 457"/>
                <a:gd name="T12" fmla="*/ 454 w 454"/>
                <a:gd name="T13" fmla="*/ 333 h 457"/>
                <a:gd name="T14" fmla="*/ 454 w 454"/>
                <a:gd name="T15" fmla="*/ 455 h 457"/>
                <a:gd name="T16" fmla="*/ 378 w 454"/>
                <a:gd name="T17" fmla="*/ 456 h 457"/>
                <a:gd name="T18" fmla="*/ 129 w 454"/>
                <a:gd name="T19" fmla="*/ 456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4" h="457">
                  <a:moveTo>
                    <a:pt x="129" y="456"/>
                  </a:moveTo>
                  <a:cubicBezTo>
                    <a:pt x="126" y="456"/>
                    <a:pt x="123" y="457"/>
                    <a:pt x="120" y="457"/>
                  </a:cubicBezTo>
                  <a:cubicBezTo>
                    <a:pt x="44" y="452"/>
                    <a:pt x="0" y="390"/>
                    <a:pt x="0" y="347"/>
                  </a:cubicBezTo>
                  <a:cubicBezTo>
                    <a:pt x="0" y="346"/>
                    <a:pt x="0" y="345"/>
                    <a:pt x="0" y="345"/>
                  </a:cubicBezTo>
                  <a:cubicBezTo>
                    <a:pt x="0" y="256"/>
                    <a:pt x="0" y="0"/>
                    <a:pt x="0" y="0"/>
                  </a:cubicBezTo>
                  <a:cubicBezTo>
                    <a:pt x="121" y="0"/>
                    <a:pt x="121" y="0"/>
                    <a:pt x="121" y="0"/>
                  </a:cubicBezTo>
                  <a:cubicBezTo>
                    <a:pt x="305" y="0"/>
                    <a:pt x="454" y="149"/>
                    <a:pt x="454" y="333"/>
                  </a:cubicBezTo>
                  <a:cubicBezTo>
                    <a:pt x="454" y="455"/>
                    <a:pt x="454" y="455"/>
                    <a:pt x="454" y="455"/>
                  </a:cubicBezTo>
                  <a:cubicBezTo>
                    <a:pt x="454" y="455"/>
                    <a:pt x="423" y="455"/>
                    <a:pt x="378" y="456"/>
                  </a:cubicBezTo>
                  <a:cubicBezTo>
                    <a:pt x="303" y="456"/>
                    <a:pt x="191" y="456"/>
                    <a:pt x="129" y="456"/>
                  </a:cubicBezTo>
                  <a:close/>
                </a:path>
              </a:pathLst>
            </a:custGeom>
            <a:solidFill>
              <a:schemeClr val="accent1"/>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chemeClr val="bg1"/>
                </a:solidFill>
                <a:latin typeface="Righteous" panose="02010506000000020000" pitchFamily="2" charset="0"/>
                <a:ea typeface="Righteous" panose="02010506000000020000" pitchFamily="2" charset="0"/>
                <a:cs typeface="Righteous" panose="02010506000000020000" pitchFamily="2" charset="0"/>
              </a:endParaRPr>
            </a:p>
          </p:txBody>
        </p:sp>
        <p:sp>
          <p:nvSpPr>
            <p:cNvPr id="14" name="Rectangle 24"/>
            <p:cNvSpPr/>
            <p:nvPr/>
          </p:nvSpPr>
          <p:spPr>
            <a:xfrm>
              <a:off x="5345367" y="4320978"/>
              <a:ext cx="1239383" cy="588879"/>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2400" i="0" u="none" strike="noStrike" kern="1200" cap="none" spc="0" normalizeH="0" baseline="0" noProof="0" dirty="0">
                  <a:ln>
                    <a:noFill/>
                  </a:ln>
                  <a:solidFill>
                    <a:schemeClr val="bg1"/>
                  </a:solidFill>
                  <a:effectLst/>
                  <a:uLnTx/>
                  <a:uFillTx/>
                  <a:latin typeface="Righteous" panose="02010506000000020000" pitchFamily="2" charset="0"/>
                  <a:ea typeface="Righteous" panose="02010506000000020000" pitchFamily="2" charset="0"/>
                  <a:cs typeface="Manrope SemiBold" charset="0"/>
                </a:rPr>
                <a:t>C</a:t>
              </a:r>
              <a:endParaRPr kumimoji="0" lang="en-US" altLang="zh-CN" sz="2400" i="0" u="none" strike="noStrike" kern="1200" cap="none" spc="0" normalizeH="0" baseline="0" noProof="0" dirty="0">
                <a:ln>
                  <a:noFill/>
                </a:ln>
                <a:solidFill>
                  <a:schemeClr val="bg1"/>
                </a:solidFill>
                <a:effectLst/>
                <a:uLnTx/>
                <a:uFillTx/>
                <a:latin typeface="Righteous" panose="02010506000000020000" pitchFamily="2" charset="0"/>
                <a:ea typeface="Righteous" panose="02010506000000020000" pitchFamily="2" charset="0"/>
                <a:cs typeface="Manrope SemiBold" charset="0"/>
                <a:sym typeface="Manrope SemiBold" charset="0"/>
              </a:endParaRPr>
            </a:p>
          </p:txBody>
        </p:sp>
        <p:sp>
          <p:nvSpPr>
            <p:cNvPr id="15" name="Shape 2784"/>
            <p:cNvSpPr/>
            <p:nvPr/>
          </p:nvSpPr>
          <p:spPr>
            <a:xfrm>
              <a:off x="5835882" y="4046010"/>
              <a:ext cx="258351" cy="279328"/>
            </a:xfrm>
            <a:custGeom>
              <a:avLst/>
              <a:gdLst>
                <a:gd name="connsiteX0" fmla="*/ 109747 w 507473"/>
                <a:gd name="connsiteY0" fmla="*/ 396276 h 548677"/>
                <a:gd name="connsiteX1" fmla="*/ 196599 w 507473"/>
                <a:gd name="connsiteY1" fmla="*/ 396276 h 548677"/>
                <a:gd name="connsiteX2" fmla="*/ 213360 w 507473"/>
                <a:gd name="connsiteY2" fmla="*/ 411518 h 548677"/>
                <a:gd name="connsiteX3" fmla="*/ 196599 w 507473"/>
                <a:gd name="connsiteY3" fmla="*/ 426760 h 548677"/>
                <a:gd name="connsiteX4" fmla="*/ 109747 w 507473"/>
                <a:gd name="connsiteY4" fmla="*/ 426760 h 548677"/>
                <a:gd name="connsiteX5" fmla="*/ 92986 w 507473"/>
                <a:gd name="connsiteY5" fmla="*/ 411518 h 548677"/>
                <a:gd name="connsiteX6" fmla="*/ 109747 w 507473"/>
                <a:gd name="connsiteY6" fmla="*/ 396276 h 548677"/>
                <a:gd name="connsiteX7" fmla="*/ 365794 w 507473"/>
                <a:gd name="connsiteY7" fmla="*/ 335316 h 548677"/>
                <a:gd name="connsiteX8" fmla="*/ 304857 w 507473"/>
                <a:gd name="connsiteY8" fmla="*/ 396263 h 548677"/>
                <a:gd name="connsiteX9" fmla="*/ 365794 w 507473"/>
                <a:gd name="connsiteY9" fmla="*/ 457210 h 548677"/>
                <a:gd name="connsiteX10" fmla="*/ 426732 w 507473"/>
                <a:gd name="connsiteY10" fmla="*/ 396263 h 548677"/>
                <a:gd name="connsiteX11" fmla="*/ 365794 w 507473"/>
                <a:gd name="connsiteY11" fmla="*/ 335316 h 548677"/>
                <a:gd name="connsiteX12" fmla="*/ 365794 w 507473"/>
                <a:gd name="connsiteY12" fmla="*/ 304843 h 548677"/>
                <a:gd name="connsiteX13" fmla="*/ 457200 w 507473"/>
                <a:gd name="connsiteY13" fmla="*/ 396263 h 548677"/>
                <a:gd name="connsiteX14" fmla="*/ 440443 w 507473"/>
                <a:gd name="connsiteY14" fmla="*/ 449591 h 548677"/>
                <a:gd name="connsiteX15" fmla="*/ 502904 w 507473"/>
                <a:gd name="connsiteY15" fmla="*/ 512062 h 548677"/>
                <a:gd name="connsiteX16" fmla="*/ 502904 w 507473"/>
                <a:gd name="connsiteY16" fmla="*/ 533393 h 548677"/>
                <a:gd name="connsiteX17" fmla="*/ 492239 w 507473"/>
                <a:gd name="connsiteY17" fmla="*/ 537964 h 548677"/>
                <a:gd name="connsiteX18" fmla="*/ 481575 w 507473"/>
                <a:gd name="connsiteY18" fmla="*/ 533393 h 548677"/>
                <a:gd name="connsiteX19" fmla="*/ 419115 w 507473"/>
                <a:gd name="connsiteY19" fmla="*/ 470923 h 548677"/>
                <a:gd name="connsiteX20" fmla="*/ 365794 w 507473"/>
                <a:gd name="connsiteY20" fmla="*/ 487683 h 548677"/>
                <a:gd name="connsiteX21" fmla="*/ 274388 w 507473"/>
                <a:gd name="connsiteY21" fmla="*/ 396263 h 548677"/>
                <a:gd name="connsiteX22" fmla="*/ 365794 w 507473"/>
                <a:gd name="connsiteY22" fmla="*/ 304843 h 548677"/>
                <a:gd name="connsiteX23" fmla="*/ 109747 w 507473"/>
                <a:gd name="connsiteY23" fmla="*/ 304823 h 548677"/>
                <a:gd name="connsiteX24" fmla="*/ 196599 w 507473"/>
                <a:gd name="connsiteY24" fmla="*/ 304823 h 548677"/>
                <a:gd name="connsiteX25" fmla="*/ 213360 w 507473"/>
                <a:gd name="connsiteY25" fmla="*/ 320065 h 548677"/>
                <a:gd name="connsiteX26" fmla="*/ 196599 w 507473"/>
                <a:gd name="connsiteY26" fmla="*/ 335307 h 548677"/>
                <a:gd name="connsiteX27" fmla="*/ 109747 w 507473"/>
                <a:gd name="connsiteY27" fmla="*/ 335307 h 548677"/>
                <a:gd name="connsiteX28" fmla="*/ 92986 w 507473"/>
                <a:gd name="connsiteY28" fmla="*/ 320065 h 548677"/>
                <a:gd name="connsiteX29" fmla="*/ 109747 w 507473"/>
                <a:gd name="connsiteY29" fmla="*/ 304823 h 548677"/>
                <a:gd name="connsiteX30" fmla="*/ 106700 w 507473"/>
                <a:gd name="connsiteY30" fmla="*/ 213370 h 548677"/>
                <a:gd name="connsiteX31" fmla="*/ 380969 w 507473"/>
                <a:gd name="connsiteY31" fmla="*/ 213370 h 548677"/>
                <a:gd name="connsiteX32" fmla="*/ 396206 w 507473"/>
                <a:gd name="connsiteY32" fmla="*/ 228612 h 548677"/>
                <a:gd name="connsiteX33" fmla="*/ 380969 w 507473"/>
                <a:gd name="connsiteY33" fmla="*/ 243854 h 548677"/>
                <a:gd name="connsiteX34" fmla="*/ 106700 w 507473"/>
                <a:gd name="connsiteY34" fmla="*/ 243854 h 548677"/>
                <a:gd name="connsiteX35" fmla="*/ 91463 w 507473"/>
                <a:gd name="connsiteY35" fmla="*/ 228612 h 548677"/>
                <a:gd name="connsiteX36" fmla="*/ 106700 w 507473"/>
                <a:gd name="connsiteY36" fmla="*/ 213370 h 548677"/>
                <a:gd name="connsiteX37" fmla="*/ 106700 w 507473"/>
                <a:gd name="connsiteY37" fmla="*/ 121917 h 548677"/>
                <a:gd name="connsiteX38" fmla="*/ 380969 w 507473"/>
                <a:gd name="connsiteY38" fmla="*/ 121917 h 548677"/>
                <a:gd name="connsiteX39" fmla="*/ 396206 w 507473"/>
                <a:gd name="connsiteY39" fmla="*/ 137159 h 548677"/>
                <a:gd name="connsiteX40" fmla="*/ 380969 w 507473"/>
                <a:gd name="connsiteY40" fmla="*/ 152401 h 548677"/>
                <a:gd name="connsiteX41" fmla="*/ 106700 w 507473"/>
                <a:gd name="connsiteY41" fmla="*/ 152401 h 548677"/>
                <a:gd name="connsiteX42" fmla="*/ 91463 w 507473"/>
                <a:gd name="connsiteY42" fmla="*/ 137159 h 548677"/>
                <a:gd name="connsiteX43" fmla="*/ 106700 w 507473"/>
                <a:gd name="connsiteY43" fmla="*/ 121917 h 548677"/>
                <a:gd name="connsiteX44" fmla="*/ 15239 w 507473"/>
                <a:gd name="connsiteY44" fmla="*/ 0 h 548677"/>
                <a:gd name="connsiteX45" fmla="*/ 472430 w 507473"/>
                <a:gd name="connsiteY45" fmla="*/ 0 h 548677"/>
                <a:gd name="connsiteX46" fmla="*/ 487669 w 507473"/>
                <a:gd name="connsiteY46" fmla="*/ 15241 h 548677"/>
                <a:gd name="connsiteX47" fmla="*/ 487669 w 507473"/>
                <a:gd name="connsiteY47" fmla="*/ 259097 h 548677"/>
                <a:gd name="connsiteX48" fmla="*/ 472430 w 507473"/>
                <a:gd name="connsiteY48" fmla="*/ 274339 h 548677"/>
                <a:gd name="connsiteX49" fmla="*/ 457190 w 507473"/>
                <a:gd name="connsiteY49" fmla="*/ 259097 h 548677"/>
                <a:gd name="connsiteX50" fmla="*/ 457190 w 507473"/>
                <a:gd name="connsiteY50" fmla="*/ 30482 h 548677"/>
                <a:gd name="connsiteX51" fmla="*/ 30479 w 507473"/>
                <a:gd name="connsiteY51" fmla="*/ 30482 h 548677"/>
                <a:gd name="connsiteX52" fmla="*/ 30479 w 507473"/>
                <a:gd name="connsiteY52" fmla="*/ 518195 h 548677"/>
                <a:gd name="connsiteX53" fmla="*/ 243834 w 507473"/>
                <a:gd name="connsiteY53" fmla="*/ 518195 h 548677"/>
                <a:gd name="connsiteX54" fmla="*/ 259074 w 507473"/>
                <a:gd name="connsiteY54" fmla="*/ 533436 h 548677"/>
                <a:gd name="connsiteX55" fmla="*/ 243834 w 507473"/>
                <a:gd name="connsiteY55" fmla="*/ 548677 h 548677"/>
                <a:gd name="connsiteX56" fmla="*/ 15239 w 507473"/>
                <a:gd name="connsiteY56" fmla="*/ 548677 h 548677"/>
                <a:gd name="connsiteX57" fmla="*/ 0 w 507473"/>
                <a:gd name="connsiteY57" fmla="*/ 533436 h 548677"/>
                <a:gd name="connsiteX58" fmla="*/ 0 w 507473"/>
                <a:gd name="connsiteY58" fmla="*/ 15241 h 548677"/>
                <a:gd name="connsiteX59" fmla="*/ 15239 w 507473"/>
                <a:gd name="connsiteY59" fmla="*/ 0 h 54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07473" h="548677">
                  <a:moveTo>
                    <a:pt x="109747" y="396276"/>
                  </a:moveTo>
                  <a:lnTo>
                    <a:pt x="196599" y="396276"/>
                  </a:lnTo>
                  <a:cubicBezTo>
                    <a:pt x="205741" y="396276"/>
                    <a:pt x="213360" y="402373"/>
                    <a:pt x="213360" y="411518"/>
                  </a:cubicBezTo>
                  <a:cubicBezTo>
                    <a:pt x="213360" y="420663"/>
                    <a:pt x="205741" y="426760"/>
                    <a:pt x="196599" y="426760"/>
                  </a:cubicBezTo>
                  <a:lnTo>
                    <a:pt x="109747" y="426760"/>
                  </a:lnTo>
                  <a:cubicBezTo>
                    <a:pt x="100605" y="426760"/>
                    <a:pt x="92986" y="420663"/>
                    <a:pt x="92986" y="411518"/>
                  </a:cubicBezTo>
                  <a:cubicBezTo>
                    <a:pt x="92986" y="402373"/>
                    <a:pt x="100605" y="396276"/>
                    <a:pt x="109747" y="396276"/>
                  </a:cubicBezTo>
                  <a:close/>
                  <a:moveTo>
                    <a:pt x="365794" y="335316"/>
                  </a:moveTo>
                  <a:cubicBezTo>
                    <a:pt x="332279" y="335316"/>
                    <a:pt x="304857" y="362742"/>
                    <a:pt x="304857" y="396263"/>
                  </a:cubicBezTo>
                  <a:cubicBezTo>
                    <a:pt x="304857" y="429784"/>
                    <a:pt x="332279" y="457210"/>
                    <a:pt x="365794" y="457210"/>
                  </a:cubicBezTo>
                  <a:cubicBezTo>
                    <a:pt x="399310" y="457210"/>
                    <a:pt x="426732" y="429784"/>
                    <a:pt x="426732" y="396263"/>
                  </a:cubicBezTo>
                  <a:cubicBezTo>
                    <a:pt x="426732" y="362742"/>
                    <a:pt x="399310" y="335316"/>
                    <a:pt x="365794" y="335316"/>
                  </a:cubicBezTo>
                  <a:close/>
                  <a:moveTo>
                    <a:pt x="365794" y="304843"/>
                  </a:moveTo>
                  <a:cubicBezTo>
                    <a:pt x="416068" y="304843"/>
                    <a:pt x="457200" y="345982"/>
                    <a:pt x="457200" y="396263"/>
                  </a:cubicBezTo>
                  <a:cubicBezTo>
                    <a:pt x="457200" y="416071"/>
                    <a:pt x="451107" y="434355"/>
                    <a:pt x="440443" y="449591"/>
                  </a:cubicBezTo>
                  <a:lnTo>
                    <a:pt x="502904" y="512062"/>
                  </a:lnTo>
                  <a:cubicBezTo>
                    <a:pt x="508997" y="518156"/>
                    <a:pt x="508997" y="527298"/>
                    <a:pt x="502904" y="533393"/>
                  </a:cubicBezTo>
                  <a:cubicBezTo>
                    <a:pt x="499857" y="536440"/>
                    <a:pt x="495286" y="537964"/>
                    <a:pt x="492239" y="537964"/>
                  </a:cubicBezTo>
                  <a:cubicBezTo>
                    <a:pt x="489193" y="537964"/>
                    <a:pt x="484622" y="536440"/>
                    <a:pt x="481575" y="533393"/>
                  </a:cubicBezTo>
                  <a:lnTo>
                    <a:pt x="419115" y="470923"/>
                  </a:lnTo>
                  <a:cubicBezTo>
                    <a:pt x="403880" y="481588"/>
                    <a:pt x="385599" y="487683"/>
                    <a:pt x="365794" y="487683"/>
                  </a:cubicBezTo>
                  <a:cubicBezTo>
                    <a:pt x="315521" y="487683"/>
                    <a:pt x="274388" y="446544"/>
                    <a:pt x="274388" y="396263"/>
                  </a:cubicBezTo>
                  <a:cubicBezTo>
                    <a:pt x="274388" y="345982"/>
                    <a:pt x="315521" y="304843"/>
                    <a:pt x="365794" y="304843"/>
                  </a:cubicBezTo>
                  <a:close/>
                  <a:moveTo>
                    <a:pt x="109747" y="304823"/>
                  </a:moveTo>
                  <a:lnTo>
                    <a:pt x="196599" y="304823"/>
                  </a:lnTo>
                  <a:cubicBezTo>
                    <a:pt x="205741" y="304823"/>
                    <a:pt x="213360" y="310920"/>
                    <a:pt x="213360" y="320065"/>
                  </a:cubicBezTo>
                  <a:cubicBezTo>
                    <a:pt x="213360" y="329210"/>
                    <a:pt x="205741" y="335307"/>
                    <a:pt x="196599" y="335307"/>
                  </a:cubicBezTo>
                  <a:lnTo>
                    <a:pt x="109747" y="335307"/>
                  </a:lnTo>
                  <a:cubicBezTo>
                    <a:pt x="100605" y="335307"/>
                    <a:pt x="92986" y="329210"/>
                    <a:pt x="92986" y="320065"/>
                  </a:cubicBezTo>
                  <a:cubicBezTo>
                    <a:pt x="92986" y="310920"/>
                    <a:pt x="100605" y="304823"/>
                    <a:pt x="109747" y="304823"/>
                  </a:cubicBezTo>
                  <a:close/>
                  <a:moveTo>
                    <a:pt x="106700" y="213370"/>
                  </a:moveTo>
                  <a:lnTo>
                    <a:pt x="380969" y="213370"/>
                  </a:lnTo>
                  <a:cubicBezTo>
                    <a:pt x="388588" y="213370"/>
                    <a:pt x="396206" y="219467"/>
                    <a:pt x="396206" y="228612"/>
                  </a:cubicBezTo>
                  <a:cubicBezTo>
                    <a:pt x="396206" y="237757"/>
                    <a:pt x="390111" y="243854"/>
                    <a:pt x="380969" y="243854"/>
                  </a:cubicBezTo>
                  <a:lnTo>
                    <a:pt x="106700" y="243854"/>
                  </a:lnTo>
                  <a:cubicBezTo>
                    <a:pt x="99081" y="243854"/>
                    <a:pt x="91463" y="237757"/>
                    <a:pt x="91463" y="228612"/>
                  </a:cubicBezTo>
                  <a:cubicBezTo>
                    <a:pt x="91463" y="219467"/>
                    <a:pt x="99081" y="213370"/>
                    <a:pt x="106700" y="213370"/>
                  </a:cubicBezTo>
                  <a:close/>
                  <a:moveTo>
                    <a:pt x="106700" y="121917"/>
                  </a:moveTo>
                  <a:lnTo>
                    <a:pt x="380969" y="121917"/>
                  </a:lnTo>
                  <a:cubicBezTo>
                    <a:pt x="388588" y="121917"/>
                    <a:pt x="396206" y="129538"/>
                    <a:pt x="396206" y="137159"/>
                  </a:cubicBezTo>
                  <a:cubicBezTo>
                    <a:pt x="396206" y="144780"/>
                    <a:pt x="388588" y="152401"/>
                    <a:pt x="380969" y="152401"/>
                  </a:cubicBezTo>
                  <a:lnTo>
                    <a:pt x="106700" y="152401"/>
                  </a:lnTo>
                  <a:cubicBezTo>
                    <a:pt x="99081" y="152401"/>
                    <a:pt x="91463" y="144780"/>
                    <a:pt x="91463" y="137159"/>
                  </a:cubicBezTo>
                  <a:cubicBezTo>
                    <a:pt x="91463" y="129538"/>
                    <a:pt x="99081" y="121917"/>
                    <a:pt x="106700" y="121917"/>
                  </a:cubicBezTo>
                  <a:close/>
                  <a:moveTo>
                    <a:pt x="15239" y="0"/>
                  </a:moveTo>
                  <a:lnTo>
                    <a:pt x="472430" y="0"/>
                  </a:lnTo>
                  <a:cubicBezTo>
                    <a:pt x="481573" y="0"/>
                    <a:pt x="487669" y="7621"/>
                    <a:pt x="487669" y="15241"/>
                  </a:cubicBezTo>
                  <a:lnTo>
                    <a:pt x="487669" y="259097"/>
                  </a:lnTo>
                  <a:cubicBezTo>
                    <a:pt x="487669" y="268242"/>
                    <a:pt x="481573" y="274339"/>
                    <a:pt x="472430" y="274339"/>
                  </a:cubicBezTo>
                  <a:cubicBezTo>
                    <a:pt x="463286" y="274339"/>
                    <a:pt x="457190" y="268242"/>
                    <a:pt x="457190" y="259097"/>
                  </a:cubicBezTo>
                  <a:lnTo>
                    <a:pt x="457190" y="30482"/>
                  </a:lnTo>
                  <a:lnTo>
                    <a:pt x="30479" y="30482"/>
                  </a:lnTo>
                  <a:lnTo>
                    <a:pt x="30479" y="518195"/>
                  </a:lnTo>
                  <a:lnTo>
                    <a:pt x="243834" y="518195"/>
                  </a:lnTo>
                  <a:cubicBezTo>
                    <a:pt x="252978" y="518195"/>
                    <a:pt x="259074" y="524291"/>
                    <a:pt x="259074" y="533436"/>
                  </a:cubicBezTo>
                  <a:cubicBezTo>
                    <a:pt x="259074" y="542581"/>
                    <a:pt x="252978" y="548677"/>
                    <a:pt x="243834" y="548677"/>
                  </a:cubicBezTo>
                  <a:lnTo>
                    <a:pt x="15239" y="548677"/>
                  </a:lnTo>
                  <a:cubicBezTo>
                    <a:pt x="7620" y="548677"/>
                    <a:pt x="0" y="542581"/>
                    <a:pt x="0" y="533436"/>
                  </a:cubicBezTo>
                  <a:lnTo>
                    <a:pt x="0" y="15241"/>
                  </a:lnTo>
                  <a:cubicBezTo>
                    <a:pt x="0" y="7621"/>
                    <a:pt x="7620" y="0"/>
                    <a:pt x="15239" y="0"/>
                  </a:cubicBezTo>
                  <a:close/>
                </a:path>
              </a:pathLst>
            </a:custGeom>
            <a:solidFill>
              <a:srgbClr val="FFFFFF"/>
            </a:solidFill>
            <a:ln w="12700">
              <a:miter lim="400000"/>
            </a:ln>
          </p:spPr>
          <p:txBody>
            <a:bodyPr lIns="19045" tIns="19045" rIns="19045" bIns="1904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chemeClr val="bg1"/>
                </a:solidFill>
                <a:effectLst>
                  <a:outerShdw blurRad="38100" dist="12700" dir="5400000" rotWithShape="0">
                    <a:srgbClr val="000000">
                      <a:alpha val="50000"/>
                    </a:srgbClr>
                  </a:outerShdw>
                </a:effectLst>
                <a:uLnTx/>
                <a:uFillTx/>
                <a:latin typeface="Manrope SemiBold" charset="0"/>
                <a:ea typeface="Manrope SemiBold" charset="0"/>
                <a:cs typeface="Manrope SemiBold" charset="0"/>
                <a:sym typeface="Manrope SemiBold" charset="0"/>
              </a:endParaRPr>
            </a:p>
          </p:txBody>
        </p:sp>
        <p:sp>
          <p:nvSpPr>
            <p:cNvPr id="16" name="图形"/>
            <p:cNvSpPr txBox="1"/>
            <p:nvPr/>
          </p:nvSpPr>
          <p:spPr>
            <a:xfrm>
              <a:off x="8700403" y="2031386"/>
              <a:ext cx="3069590" cy="420768"/>
            </a:xfrm>
            <a:prstGeom prst="rect">
              <a:avLst/>
            </a:prstGeom>
            <a:noFill/>
          </p:spPr>
          <p:txBody>
            <a:bodyPr wrap="square" rtlCol="0">
              <a:spAutoFit/>
            </a:bodyPr>
            <a:lstStyle>
              <a:defPPr>
                <a:defRPr lang="zh-CN"/>
              </a:defPPr>
              <a:lvl1pPr algn="ctr">
                <a:defRPr sz="2000" b="1">
                  <a:solidFill>
                    <a:srgbClr val="1F295A"/>
                  </a:solidFill>
                  <a:latin typeface="Microsoft YaHei" panose="020B0503020204020204" charset="-122"/>
                  <a:ea typeface="Microsoft YaHei" panose="020B0503020204020204" charset="-122"/>
                </a:defRPr>
              </a:lvl1pPr>
            </a:lstStyle>
            <a:p>
              <a:pPr algn="l" defTabSz="1216025">
                <a:spcBef>
                  <a:spcPct val="20000"/>
                </a:spcBef>
                <a:defRPr/>
              </a:pPr>
              <a:r>
                <a:rPr lang="en-IN" altLang="zh-CN" b="0" dirty="0">
                  <a:solidFill>
                    <a:schemeClr val="accent1"/>
                  </a:solidFill>
                  <a:latin typeface="Righteous" panose="02010506000000020000" pitchFamily="2" charset="0"/>
                  <a:ea typeface="Righteous" panose="02010506000000020000" pitchFamily="2" charset="0"/>
                  <a:cs typeface="+mn-ea"/>
                  <a:sym typeface="+mn-lt"/>
                </a:rPr>
                <a:t>Testing and Launch</a:t>
              </a:r>
              <a:endParaRPr lang="zh-CN" altLang="en-US" b="0" dirty="0">
                <a:solidFill>
                  <a:schemeClr val="accent1"/>
                </a:solidFill>
                <a:latin typeface="Righteous" panose="02010506000000020000" pitchFamily="2" charset="0"/>
                <a:ea typeface="Righteous" panose="02010506000000020000" pitchFamily="2" charset="0"/>
                <a:cs typeface="+mn-ea"/>
                <a:sym typeface="+mn-lt"/>
              </a:endParaRPr>
            </a:p>
          </p:txBody>
        </p:sp>
        <p:sp>
          <p:nvSpPr>
            <p:cNvPr id="17" name="图形"/>
            <p:cNvSpPr txBox="1"/>
            <p:nvPr/>
          </p:nvSpPr>
          <p:spPr>
            <a:xfrm>
              <a:off x="8614509" y="2401010"/>
              <a:ext cx="3586627" cy="1553605"/>
            </a:xfrm>
            <a:prstGeom prst="rect">
              <a:avLst/>
            </a:prstGeom>
            <a:noFill/>
          </p:spPr>
          <p:txBody>
            <a:bodyPr wrap="square" rtlCol="0">
              <a:spAutoFit/>
              <a:scene3d>
                <a:camera prst="orthographicFront"/>
                <a:lightRig rig="threePt" dir="t"/>
              </a:scene3d>
              <a:sp3d contourW="12700"/>
            </a:bodyPr>
            <a:lstStyle/>
            <a:p>
              <a:pPr>
                <a:lnSpc>
                  <a:spcPct val="150000"/>
                </a:lnSpc>
              </a:pPr>
              <a:r>
                <a:rPr lang="en-GB" altLang="zh-CN" sz="1200" dirty="0">
                  <a:solidFill>
                    <a:schemeClr val="tx1">
                      <a:lumMod val="65000"/>
                      <a:lumOff val="35000"/>
                    </a:schemeClr>
                  </a:solidFill>
                  <a:cs typeface="Righteous" panose="02010506000000020000" pitchFamily="2" charset="0"/>
                </a:rPr>
                <a:t>test the website for functionality and usability. Gather feedback from a small group of users, make necessary adjustments, finalize content, and prepare a launch plan</a:t>
              </a:r>
              <a:endParaRPr lang="en-US" altLang="zh-CN" sz="1200" dirty="0">
                <a:solidFill>
                  <a:schemeClr val="tx1">
                    <a:lumMod val="65000"/>
                    <a:lumOff val="35000"/>
                  </a:schemeClr>
                </a:solidFill>
                <a:cs typeface="Righteous" panose="02010506000000020000" pitchFamily="2" charset="0"/>
              </a:endParaRPr>
            </a:p>
          </p:txBody>
        </p:sp>
        <p:sp>
          <p:nvSpPr>
            <p:cNvPr id="18" name="图形"/>
            <p:cNvSpPr txBox="1"/>
            <p:nvPr/>
          </p:nvSpPr>
          <p:spPr>
            <a:xfrm>
              <a:off x="6829463" y="3775884"/>
              <a:ext cx="4004425" cy="744436"/>
            </a:xfrm>
            <a:prstGeom prst="rect">
              <a:avLst/>
            </a:prstGeom>
            <a:noFill/>
          </p:spPr>
          <p:txBody>
            <a:bodyPr wrap="square" rtlCol="0">
              <a:spAutoFit/>
            </a:bodyPr>
            <a:lstStyle>
              <a:defPPr>
                <a:defRPr lang="zh-CN"/>
              </a:defPPr>
              <a:lvl1pPr algn="ctr">
                <a:defRPr sz="2000" b="1">
                  <a:solidFill>
                    <a:srgbClr val="1F295A"/>
                  </a:solidFill>
                  <a:latin typeface="Microsoft YaHei" panose="020B0503020204020204" charset="-122"/>
                  <a:ea typeface="Microsoft YaHei" panose="020B0503020204020204" charset="-122"/>
                </a:defRPr>
              </a:lvl1pPr>
            </a:lstStyle>
            <a:p>
              <a:pPr algn="l" defTabSz="1216025">
                <a:spcBef>
                  <a:spcPct val="20000"/>
                </a:spcBef>
                <a:defRPr/>
              </a:pPr>
              <a:r>
                <a:rPr lang="en-IN" altLang="zh-CN" b="0" dirty="0">
                  <a:solidFill>
                    <a:schemeClr val="accent1"/>
                  </a:solidFill>
                  <a:latin typeface="Righteous" panose="02010506000000020000" pitchFamily="2" charset="0"/>
                  <a:ea typeface="Righteous" panose="02010506000000020000" pitchFamily="2" charset="0"/>
                  <a:cs typeface="+mn-ea"/>
                  <a:sym typeface="+mn-lt"/>
                </a:rPr>
                <a:t>Content Creation and Integration</a:t>
              </a:r>
              <a:endParaRPr lang="zh-CN" altLang="en-US" b="0" dirty="0">
                <a:solidFill>
                  <a:schemeClr val="accent1"/>
                </a:solidFill>
                <a:latin typeface="Righteous" panose="02010506000000020000" pitchFamily="2" charset="0"/>
                <a:ea typeface="Righteous" panose="02010506000000020000" pitchFamily="2" charset="0"/>
                <a:cs typeface="+mn-ea"/>
                <a:sym typeface="+mn-lt"/>
              </a:endParaRPr>
            </a:p>
          </p:txBody>
        </p:sp>
        <p:sp>
          <p:nvSpPr>
            <p:cNvPr id="19" name="图形"/>
            <p:cNvSpPr txBox="1"/>
            <p:nvPr/>
          </p:nvSpPr>
          <p:spPr>
            <a:xfrm>
              <a:off x="6967313" y="4401833"/>
              <a:ext cx="3070225" cy="1844905"/>
            </a:xfrm>
            <a:prstGeom prst="rect">
              <a:avLst/>
            </a:prstGeom>
            <a:noFill/>
          </p:spPr>
          <p:txBody>
            <a:bodyPr wrap="square" rtlCol="0">
              <a:spAutoFit/>
              <a:scene3d>
                <a:camera prst="orthographicFront"/>
                <a:lightRig rig="threePt" dir="t"/>
              </a:scene3d>
              <a:sp3d contourW="12700"/>
            </a:bodyPr>
            <a:lstStyle/>
            <a:p>
              <a:pPr>
                <a:lnSpc>
                  <a:spcPct val="150000"/>
                </a:lnSpc>
              </a:pPr>
              <a:r>
                <a:rPr lang="en-GB" altLang="zh-CN" sz="1200" dirty="0">
                  <a:solidFill>
                    <a:schemeClr val="tx1">
                      <a:lumMod val="65000"/>
                      <a:lumOff val="35000"/>
                    </a:schemeClr>
                  </a:solidFill>
                  <a:cs typeface="Righteous" panose="02010506000000020000" pitchFamily="2" charset="0"/>
                </a:rPr>
                <a:t>Create and curate engaging content such as success stories, career advice articles, and videos. Collaborate with experts for high-quality talks and webinars, and integrate all content into the website.</a:t>
              </a:r>
              <a:endParaRPr lang="en-US" altLang="zh-CN" sz="1200" dirty="0">
                <a:solidFill>
                  <a:schemeClr val="tx1">
                    <a:lumMod val="65000"/>
                    <a:lumOff val="35000"/>
                  </a:schemeClr>
                </a:solidFill>
                <a:cs typeface="Righteous" panose="02010506000000020000" pitchFamily="2" charset="0"/>
              </a:endParaRPr>
            </a:p>
          </p:txBody>
        </p:sp>
        <p:sp>
          <p:nvSpPr>
            <p:cNvPr id="20" name="图形"/>
            <p:cNvSpPr txBox="1"/>
            <p:nvPr/>
          </p:nvSpPr>
          <p:spPr>
            <a:xfrm>
              <a:off x="1155144" y="2092289"/>
              <a:ext cx="3786308" cy="420768"/>
            </a:xfrm>
            <a:prstGeom prst="rect">
              <a:avLst/>
            </a:prstGeom>
            <a:noFill/>
          </p:spPr>
          <p:txBody>
            <a:bodyPr wrap="square" rtlCol="0">
              <a:spAutoFit/>
            </a:bodyPr>
            <a:lstStyle>
              <a:defPPr>
                <a:defRPr lang="zh-CN"/>
              </a:defPPr>
              <a:lvl1pPr algn="ctr">
                <a:defRPr sz="2000" b="1">
                  <a:solidFill>
                    <a:srgbClr val="1F295A"/>
                  </a:solidFill>
                  <a:latin typeface="Microsoft YaHei" panose="020B0503020204020204" charset="-122"/>
                  <a:ea typeface="Microsoft YaHei" panose="020B0503020204020204" charset="-122"/>
                </a:defRPr>
              </a:lvl1pPr>
            </a:lstStyle>
            <a:p>
              <a:pPr algn="r" defTabSz="1216025">
                <a:spcBef>
                  <a:spcPct val="20000"/>
                </a:spcBef>
                <a:defRPr/>
              </a:pPr>
              <a:r>
                <a:rPr lang="en-GB" altLang="zh-CN" b="0" dirty="0">
                  <a:solidFill>
                    <a:schemeClr val="accent1"/>
                  </a:solidFill>
                  <a:latin typeface="Righteous" panose="02010506000000020000" pitchFamily="2" charset="0"/>
                  <a:ea typeface="Righteous" panose="02010506000000020000" pitchFamily="2" charset="0"/>
                  <a:cs typeface="+mn-ea"/>
                  <a:sym typeface="+mn-lt"/>
                </a:rPr>
                <a:t>Planning and research </a:t>
              </a:r>
              <a:endParaRPr lang="zh-CN" altLang="en-US" b="0" dirty="0">
                <a:solidFill>
                  <a:schemeClr val="accent1"/>
                </a:solidFill>
                <a:latin typeface="Righteous" panose="02010506000000020000" pitchFamily="2" charset="0"/>
                <a:ea typeface="Righteous" panose="02010506000000020000" pitchFamily="2" charset="0"/>
                <a:cs typeface="+mn-ea"/>
                <a:sym typeface="+mn-lt"/>
              </a:endParaRPr>
            </a:p>
          </p:txBody>
        </p:sp>
        <p:sp>
          <p:nvSpPr>
            <p:cNvPr id="21" name="图形"/>
            <p:cNvSpPr txBox="1"/>
            <p:nvPr/>
          </p:nvSpPr>
          <p:spPr>
            <a:xfrm>
              <a:off x="336114" y="2452154"/>
              <a:ext cx="4605337" cy="1262305"/>
            </a:xfrm>
            <a:prstGeom prst="rect">
              <a:avLst/>
            </a:prstGeom>
            <a:noFill/>
          </p:spPr>
          <p:txBody>
            <a:bodyPr wrap="square" rtlCol="0">
              <a:spAutoFit/>
              <a:scene3d>
                <a:camera prst="orthographicFront"/>
                <a:lightRig rig="threePt" dir="t"/>
              </a:scene3d>
              <a:sp3d contourW="12700"/>
            </a:bodyPr>
            <a:lstStyle/>
            <a:p>
              <a:pPr algn="r">
                <a:lnSpc>
                  <a:spcPct val="150000"/>
                </a:lnSpc>
              </a:pPr>
              <a:r>
                <a:rPr lang="en-GB" altLang="zh-CN" sz="1200" dirty="0">
                  <a:solidFill>
                    <a:schemeClr val="tx1">
                      <a:lumMod val="65000"/>
                      <a:lumOff val="35000"/>
                    </a:schemeClr>
                  </a:solidFill>
                  <a:cs typeface="Righteous" panose="02010506000000020000" pitchFamily="2" charset="0"/>
                </a:rPr>
                <a:t>Conduct thorough research to understand the needs of your target audience. Define project goals, identify stakeholders, and create a detailed project plan with timelines, resources, and milestones.</a:t>
              </a:r>
              <a:endParaRPr lang="en-US" altLang="zh-CN" sz="1200" dirty="0">
                <a:solidFill>
                  <a:schemeClr val="tx1">
                    <a:lumMod val="65000"/>
                    <a:lumOff val="35000"/>
                  </a:schemeClr>
                </a:solidFill>
                <a:cs typeface="Righteous" panose="02010506000000020000" pitchFamily="2" charset="0"/>
              </a:endParaRPr>
            </a:p>
          </p:txBody>
        </p:sp>
        <p:sp>
          <p:nvSpPr>
            <p:cNvPr id="22" name="图形"/>
            <p:cNvSpPr txBox="1"/>
            <p:nvPr/>
          </p:nvSpPr>
          <p:spPr>
            <a:xfrm>
              <a:off x="-314748" y="3915126"/>
              <a:ext cx="3714468" cy="420769"/>
            </a:xfrm>
            <a:prstGeom prst="rect">
              <a:avLst/>
            </a:prstGeom>
            <a:noFill/>
          </p:spPr>
          <p:txBody>
            <a:bodyPr wrap="square" rtlCol="0">
              <a:spAutoFit/>
            </a:bodyPr>
            <a:lstStyle>
              <a:defPPr>
                <a:defRPr lang="zh-CN"/>
              </a:defPPr>
              <a:lvl1pPr algn="ctr">
                <a:defRPr sz="2000" b="1">
                  <a:solidFill>
                    <a:srgbClr val="1F295A"/>
                  </a:solidFill>
                  <a:latin typeface="Microsoft YaHei" panose="020B0503020204020204" charset="-122"/>
                  <a:ea typeface="Microsoft YaHei" panose="020B0503020204020204" charset="-122"/>
                </a:defRPr>
              </a:lvl1pPr>
            </a:lstStyle>
            <a:p>
              <a:pPr algn="r" defTabSz="1216025">
                <a:spcBef>
                  <a:spcPct val="20000"/>
                </a:spcBef>
                <a:defRPr/>
              </a:pPr>
              <a:r>
                <a:rPr lang="en-IN" altLang="zh-CN" b="0" dirty="0">
                  <a:solidFill>
                    <a:schemeClr val="accent1"/>
                  </a:solidFill>
                  <a:latin typeface="Righteous" panose="02010506000000020000" pitchFamily="2" charset="0"/>
                  <a:ea typeface="Righteous" panose="02010506000000020000" pitchFamily="2" charset="0"/>
                  <a:cs typeface="+mn-ea"/>
                  <a:sym typeface="+mn-lt"/>
                </a:rPr>
                <a:t>Design and Development</a:t>
              </a:r>
              <a:endParaRPr lang="zh-CN" altLang="en-US" b="0" dirty="0">
                <a:solidFill>
                  <a:schemeClr val="accent1"/>
                </a:solidFill>
                <a:latin typeface="Righteous" panose="02010506000000020000" pitchFamily="2" charset="0"/>
                <a:ea typeface="Righteous" panose="02010506000000020000" pitchFamily="2" charset="0"/>
                <a:cs typeface="+mn-ea"/>
                <a:sym typeface="+mn-lt"/>
              </a:endParaRPr>
            </a:p>
          </p:txBody>
        </p:sp>
        <p:sp>
          <p:nvSpPr>
            <p:cNvPr id="24" name="图形"/>
            <p:cNvSpPr txBox="1"/>
            <p:nvPr/>
          </p:nvSpPr>
          <p:spPr>
            <a:xfrm>
              <a:off x="336114" y="4263370"/>
              <a:ext cx="3070225" cy="2136207"/>
            </a:xfrm>
            <a:prstGeom prst="rect">
              <a:avLst/>
            </a:prstGeom>
            <a:noFill/>
          </p:spPr>
          <p:txBody>
            <a:bodyPr wrap="square" rtlCol="0">
              <a:spAutoFit/>
              <a:scene3d>
                <a:camera prst="orthographicFront"/>
                <a:lightRig rig="threePt" dir="t"/>
              </a:scene3d>
              <a:sp3d contourW="12700"/>
            </a:bodyPr>
            <a:lstStyle/>
            <a:p>
              <a:pPr algn="r">
                <a:lnSpc>
                  <a:spcPct val="150000"/>
                </a:lnSpc>
              </a:pPr>
              <a:r>
                <a:rPr lang="en-GB" altLang="zh-CN" sz="1200" dirty="0">
                  <a:solidFill>
                    <a:schemeClr val="tx1">
                      <a:lumMod val="65000"/>
                      <a:lumOff val="35000"/>
                    </a:schemeClr>
                  </a:solidFill>
                  <a:cs typeface="Righteous" panose="02010506000000020000" pitchFamily="2" charset="0"/>
                </a:rPr>
                <a:t>Design the website's layout and user interface, create wireframes, and develop the site. Ensure it is user-friendly and accessible, integrating all necessary features like career guidance tools and mentorship platforms.</a:t>
              </a:r>
              <a:endParaRPr lang="en-US" altLang="zh-CN" sz="1200" dirty="0">
                <a:solidFill>
                  <a:schemeClr val="tx1">
                    <a:lumMod val="65000"/>
                    <a:lumOff val="35000"/>
                  </a:schemeClr>
                </a:solidFill>
                <a:cs typeface="Righteous" panose="02010506000000020000" pitchFamily="2" charset="0"/>
              </a:endParaRPr>
            </a:p>
          </p:txBody>
        </p:sp>
        <p:pic>
          <p:nvPicPr>
            <p:cNvPr id="25" name="图形 2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24037" y="4065719"/>
              <a:ext cx="2277099" cy="2513455"/>
            </a:xfrm>
            <a:prstGeom prst="rect">
              <a:avLst/>
            </a:prstGeom>
          </p:spPr>
        </p:pic>
      </p:grpSp>
      <p:pic>
        <p:nvPicPr>
          <p:cNvPr id="23" name="图形 71">
            <a:extLst>
              <a:ext uri="{FF2B5EF4-FFF2-40B4-BE49-F238E27FC236}">
                <a16:creationId xmlns:a16="http://schemas.microsoft.com/office/drawing/2014/main" id="{1FC8F37D-0A89-32FB-DE9D-285D412B6C2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896600" y="1"/>
            <a:ext cx="1295398" cy="75483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形 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 y="0"/>
            <a:ext cx="12192001" cy="6858000"/>
          </a:xfrm>
          <a:prstGeom prst="rect">
            <a:avLst/>
          </a:prstGeom>
        </p:spPr>
      </p:pic>
      <p:pic>
        <p:nvPicPr>
          <p:cNvPr id="51" name="图形 5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51" y="-13201"/>
            <a:ext cx="3248301" cy="1892801"/>
          </a:xfrm>
          <a:prstGeom prst="rect">
            <a:avLst/>
          </a:prstGeom>
        </p:spPr>
      </p:pic>
      <p:sp>
        <p:nvSpPr>
          <p:cNvPr id="6" name="矩形: 圆角 5"/>
          <p:cNvSpPr/>
          <p:nvPr/>
        </p:nvSpPr>
        <p:spPr>
          <a:xfrm>
            <a:off x="294842" y="410075"/>
            <a:ext cx="11483163" cy="6241312"/>
          </a:xfrm>
          <a:prstGeom prst="roundRect">
            <a:avLst>
              <a:gd name="adj" fmla="val 0"/>
            </a:avLst>
          </a:prstGeom>
          <a:solidFill>
            <a:srgbClr val="FF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49" name="矩形 48"/>
          <p:cNvSpPr/>
          <p:nvPr/>
        </p:nvSpPr>
        <p:spPr>
          <a:xfrm>
            <a:off x="2197639" y="754835"/>
            <a:ext cx="8385907" cy="1107996"/>
          </a:xfrm>
          <a:prstGeom prst="rect">
            <a:avLst/>
          </a:prstGeom>
        </p:spPr>
        <p:txBody>
          <a:bodyPr wrap="square">
            <a:spAutoFit/>
          </a:bodyPr>
          <a:lstStyle/>
          <a:p>
            <a:r>
              <a:rPr lang="en-US" altLang="zh-CN" sz="6600" dirty="0">
                <a:solidFill>
                  <a:srgbClr val="FF8F8F"/>
                </a:solidFill>
                <a:latin typeface="Righteous" panose="02010506000000020000" pitchFamily="2" charset="0"/>
                <a:cs typeface="Righteous" panose="02010506000000020000" pitchFamily="2" charset="0"/>
              </a:rPr>
              <a:t>TEAM EXPERIENCES</a:t>
            </a:r>
            <a:endParaRPr lang="zh-CN" altLang="en-US" sz="6600" dirty="0">
              <a:solidFill>
                <a:srgbClr val="FF8F8F"/>
              </a:solidFill>
              <a:latin typeface="Righteous" panose="02010506000000020000" pitchFamily="2" charset="0"/>
              <a:cs typeface="Righteous" panose="02010506000000020000" pitchFamily="2" charset="0"/>
            </a:endParaRPr>
          </a:p>
        </p:txBody>
      </p:sp>
      <p:pic>
        <p:nvPicPr>
          <p:cNvPr id="58" name="图形 57"/>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9434" y="6152430"/>
            <a:ext cx="12201433" cy="705570"/>
          </a:xfrm>
          <a:prstGeom prst="rect">
            <a:avLst/>
          </a:prstGeom>
        </p:spPr>
      </p:pic>
      <p:pic>
        <p:nvPicPr>
          <p:cNvPr id="60" name="图形 59"/>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3783" y="948087"/>
            <a:ext cx="884915" cy="1063127"/>
          </a:xfrm>
          <a:prstGeom prst="rect">
            <a:avLst/>
          </a:prstGeom>
        </p:spPr>
      </p:pic>
      <p:pic>
        <p:nvPicPr>
          <p:cNvPr id="72" name="图形 7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896600" y="1"/>
            <a:ext cx="1295398" cy="754834"/>
          </a:xfrm>
          <a:prstGeom prst="rect">
            <a:avLst/>
          </a:prstGeom>
        </p:spPr>
      </p:pic>
      <p:sp>
        <p:nvSpPr>
          <p:cNvPr id="3" name="图形">
            <a:extLst>
              <a:ext uri="{FF2B5EF4-FFF2-40B4-BE49-F238E27FC236}">
                <a16:creationId xmlns:a16="http://schemas.microsoft.com/office/drawing/2014/main" id="{939C21BB-0B04-9204-94C2-B2F2417EA441}"/>
              </a:ext>
            </a:extLst>
          </p:cNvPr>
          <p:cNvSpPr txBox="1"/>
          <p:nvPr/>
        </p:nvSpPr>
        <p:spPr>
          <a:xfrm>
            <a:off x="1983541" y="1892801"/>
            <a:ext cx="8479913" cy="4031873"/>
          </a:xfrm>
          <a:prstGeom prst="rect">
            <a:avLst/>
          </a:prstGeom>
          <a:noFill/>
        </p:spPr>
        <p:txBody>
          <a:bodyPr wrap="square" rtlCol="0">
            <a:spAutoFit/>
            <a:scene3d>
              <a:camera prst="orthographicFront"/>
              <a:lightRig rig="threePt" dir="t"/>
            </a:scene3d>
            <a:sp3d contourW="12700"/>
          </a:bodyPr>
          <a:lstStyle/>
          <a:p>
            <a:pPr marL="342900" indent="-342900">
              <a:buFont typeface="+mj-lt"/>
              <a:buAutoNum type="arabicPeriod"/>
            </a:pPr>
            <a:r>
              <a:rPr lang="en-US" sz="1600" b="1" dirty="0">
                <a:solidFill>
                  <a:schemeClr val="tx1">
                    <a:lumMod val="65000"/>
                    <a:lumOff val="35000"/>
                  </a:schemeClr>
                </a:solidFill>
              </a:rPr>
              <a:t>The Power of Collaboration</a:t>
            </a:r>
            <a:br>
              <a:rPr lang="en-US" sz="1600" dirty="0">
                <a:solidFill>
                  <a:schemeClr val="tx1">
                    <a:lumMod val="65000"/>
                    <a:lumOff val="35000"/>
                  </a:schemeClr>
                </a:solidFill>
              </a:rPr>
            </a:br>
            <a:r>
              <a:rPr lang="en-US" sz="1600" dirty="0">
                <a:solidFill>
                  <a:schemeClr val="tx1">
                    <a:lumMod val="65000"/>
                    <a:lumOff val="35000"/>
                  </a:schemeClr>
                </a:solidFill>
              </a:rPr>
              <a:t>We came together as individuals from diverse backgrounds, but our shared goal of addressing educational inequality united us. Brainstorming sessions turned into moments of creative breakthroughs, where every idea—big or small—was valued and built upon.</a:t>
            </a:r>
          </a:p>
          <a:p>
            <a:pPr marL="342900" indent="-342900">
              <a:buFont typeface="+mj-lt"/>
              <a:buAutoNum type="arabicPeriod"/>
            </a:pPr>
            <a:endParaRPr lang="en-US" sz="1600" dirty="0">
              <a:solidFill>
                <a:schemeClr val="tx1">
                  <a:lumMod val="65000"/>
                  <a:lumOff val="35000"/>
                </a:schemeClr>
              </a:solidFill>
            </a:endParaRPr>
          </a:p>
          <a:p>
            <a:pPr marL="342900" indent="-342900">
              <a:buFont typeface="+mj-lt"/>
              <a:buAutoNum type="arabicPeriod"/>
            </a:pPr>
            <a:r>
              <a:rPr lang="en-US" sz="1600" b="1" dirty="0">
                <a:solidFill>
                  <a:schemeClr val="tx1">
                    <a:lumMod val="65000"/>
                    <a:lumOff val="35000"/>
                  </a:schemeClr>
                </a:solidFill>
              </a:rPr>
              <a:t>Walking in Their Shoes</a:t>
            </a:r>
            <a:br>
              <a:rPr lang="en-US" sz="1600" dirty="0">
                <a:solidFill>
                  <a:schemeClr val="tx1">
                    <a:lumMod val="65000"/>
                    <a:lumOff val="35000"/>
                  </a:schemeClr>
                </a:solidFill>
              </a:rPr>
            </a:br>
            <a:r>
              <a:rPr lang="en-US" sz="1600" dirty="0">
                <a:solidFill>
                  <a:schemeClr val="tx1">
                    <a:lumMod val="65000"/>
                    <a:lumOff val="35000"/>
                  </a:schemeClr>
                </a:solidFill>
              </a:rPr>
              <a:t>Empathy became our compass. Through heartfelt conversations with students, parents, and educators, and walking the streets of underserved communities, we experienced their challenges firsthand. These moments transformed our perspective and deepened our commitment.</a:t>
            </a:r>
          </a:p>
          <a:p>
            <a:pPr marL="342900" indent="-342900">
              <a:buFont typeface="+mj-lt"/>
              <a:buAutoNum type="arabicPeriod"/>
            </a:pPr>
            <a:endParaRPr lang="en-US" sz="1600" dirty="0">
              <a:solidFill>
                <a:schemeClr val="tx1">
                  <a:lumMod val="65000"/>
                  <a:lumOff val="35000"/>
                </a:schemeClr>
              </a:solidFill>
            </a:endParaRPr>
          </a:p>
          <a:p>
            <a:pPr marL="342900" indent="-342900">
              <a:buFont typeface="+mj-lt"/>
              <a:buAutoNum type="arabicPeriod"/>
            </a:pPr>
            <a:r>
              <a:rPr lang="en-US" sz="1600" b="1" dirty="0">
                <a:solidFill>
                  <a:schemeClr val="tx1">
                    <a:lumMod val="65000"/>
                    <a:lumOff val="35000"/>
                  </a:schemeClr>
                </a:solidFill>
              </a:rPr>
              <a:t>Facing the Challenges, Together</a:t>
            </a:r>
            <a:br>
              <a:rPr lang="en-US" sz="1600" dirty="0">
                <a:solidFill>
                  <a:schemeClr val="tx1">
                    <a:lumMod val="65000"/>
                    <a:lumOff val="35000"/>
                  </a:schemeClr>
                </a:solidFill>
              </a:rPr>
            </a:br>
            <a:r>
              <a:rPr lang="en-US" sz="1600" dirty="0">
                <a:solidFill>
                  <a:schemeClr val="tx1">
                    <a:lumMod val="65000"/>
                    <a:lumOff val="35000"/>
                  </a:schemeClr>
                </a:solidFill>
              </a:rPr>
              <a:t>The road wasn’t always smooth. Balancing differing viewpoints, limited resources, and ambitious goals tested us. But each hurdle strengthened our resolve and taught us the art of finding solutions through perseverance.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698E6-8722-B5A6-63FE-684CFD3EFBE1}"/>
            </a:ext>
          </a:extLst>
        </p:cNvPr>
        <p:cNvGrpSpPr/>
        <p:nvPr/>
      </p:nvGrpSpPr>
      <p:grpSpPr>
        <a:xfrm>
          <a:off x="0" y="0"/>
          <a:ext cx="0" cy="0"/>
          <a:chOff x="0" y="0"/>
          <a:chExt cx="0" cy="0"/>
        </a:xfrm>
      </p:grpSpPr>
      <p:pic>
        <p:nvPicPr>
          <p:cNvPr id="5" name="图形 4">
            <a:extLst>
              <a:ext uri="{FF2B5EF4-FFF2-40B4-BE49-F238E27FC236}">
                <a16:creationId xmlns:a16="http://schemas.microsoft.com/office/drawing/2014/main" id="{6BA16873-521E-942C-1A7F-AEABC49182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 y="0"/>
            <a:ext cx="12192001" cy="6858000"/>
          </a:xfrm>
          <a:prstGeom prst="rect">
            <a:avLst/>
          </a:prstGeom>
        </p:spPr>
      </p:pic>
      <p:pic>
        <p:nvPicPr>
          <p:cNvPr id="51" name="图形 50">
            <a:extLst>
              <a:ext uri="{FF2B5EF4-FFF2-40B4-BE49-F238E27FC236}">
                <a16:creationId xmlns:a16="http://schemas.microsoft.com/office/drawing/2014/main" id="{B32B7AAE-0CD8-5CB0-F962-F7F2A1E7723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51" y="-13201"/>
            <a:ext cx="3248301" cy="1892801"/>
          </a:xfrm>
          <a:prstGeom prst="rect">
            <a:avLst/>
          </a:prstGeom>
        </p:spPr>
      </p:pic>
      <p:sp>
        <p:nvSpPr>
          <p:cNvPr id="6" name="矩形: 圆角 5">
            <a:extLst>
              <a:ext uri="{FF2B5EF4-FFF2-40B4-BE49-F238E27FC236}">
                <a16:creationId xmlns:a16="http://schemas.microsoft.com/office/drawing/2014/main" id="{0B3B564E-9C8C-CBC6-BD30-0240EDD60F74}"/>
              </a:ext>
            </a:extLst>
          </p:cNvPr>
          <p:cNvSpPr/>
          <p:nvPr/>
        </p:nvSpPr>
        <p:spPr>
          <a:xfrm>
            <a:off x="294842" y="410075"/>
            <a:ext cx="11483163" cy="6241312"/>
          </a:xfrm>
          <a:prstGeom prst="roundRect">
            <a:avLst>
              <a:gd name="adj" fmla="val 0"/>
            </a:avLst>
          </a:prstGeom>
          <a:solidFill>
            <a:srgbClr val="FF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Righteous" panose="02010506000000020000" pitchFamily="2" charset="0"/>
            </a:endParaRPr>
          </a:p>
        </p:txBody>
      </p:sp>
      <p:sp>
        <p:nvSpPr>
          <p:cNvPr id="49" name="矩形 48">
            <a:extLst>
              <a:ext uri="{FF2B5EF4-FFF2-40B4-BE49-F238E27FC236}">
                <a16:creationId xmlns:a16="http://schemas.microsoft.com/office/drawing/2014/main" id="{52FE437B-479A-EE3A-CD82-36307D75E3F0}"/>
              </a:ext>
            </a:extLst>
          </p:cNvPr>
          <p:cNvSpPr/>
          <p:nvPr/>
        </p:nvSpPr>
        <p:spPr>
          <a:xfrm>
            <a:off x="6290296" y="2826083"/>
            <a:ext cx="5694705" cy="1107996"/>
          </a:xfrm>
          <a:prstGeom prst="rect">
            <a:avLst/>
          </a:prstGeom>
        </p:spPr>
        <p:txBody>
          <a:bodyPr wrap="square">
            <a:spAutoFit/>
          </a:bodyPr>
          <a:lstStyle/>
          <a:p>
            <a:r>
              <a:rPr lang="en-US" altLang="zh-CN" sz="6600" dirty="0">
                <a:solidFill>
                  <a:srgbClr val="FF8F8F"/>
                </a:solidFill>
                <a:latin typeface="Righteous" panose="02010506000000020000" pitchFamily="2" charset="0"/>
                <a:cs typeface="Righteous" panose="02010506000000020000" pitchFamily="2" charset="0"/>
              </a:rPr>
              <a:t>THANK YOU</a:t>
            </a:r>
            <a:endParaRPr lang="zh-CN" altLang="en-US" sz="6600" dirty="0">
              <a:solidFill>
                <a:srgbClr val="FF8F8F"/>
              </a:solidFill>
              <a:latin typeface="Righteous" panose="02010506000000020000" pitchFamily="2" charset="0"/>
              <a:cs typeface="Righteous" panose="02010506000000020000" pitchFamily="2" charset="0"/>
            </a:endParaRPr>
          </a:p>
        </p:txBody>
      </p:sp>
      <p:pic>
        <p:nvPicPr>
          <p:cNvPr id="58" name="图形 57">
            <a:extLst>
              <a:ext uri="{FF2B5EF4-FFF2-40B4-BE49-F238E27FC236}">
                <a16:creationId xmlns:a16="http://schemas.microsoft.com/office/drawing/2014/main" id="{DF6DC171-40A1-2E71-E9FB-0A5E7535BD1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9434" y="6152430"/>
            <a:ext cx="12201433" cy="705570"/>
          </a:xfrm>
          <a:prstGeom prst="rect">
            <a:avLst/>
          </a:prstGeom>
        </p:spPr>
      </p:pic>
      <p:pic>
        <p:nvPicPr>
          <p:cNvPr id="60" name="图形 59">
            <a:extLst>
              <a:ext uri="{FF2B5EF4-FFF2-40B4-BE49-F238E27FC236}">
                <a16:creationId xmlns:a16="http://schemas.microsoft.com/office/drawing/2014/main" id="{E14B542C-3F02-25A4-BC57-79C2CB5F4ED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3783" y="948087"/>
            <a:ext cx="884915" cy="1063127"/>
          </a:xfrm>
          <a:prstGeom prst="rect">
            <a:avLst/>
          </a:prstGeom>
        </p:spPr>
      </p:pic>
      <p:pic>
        <p:nvPicPr>
          <p:cNvPr id="61" name="图形 60">
            <a:extLst>
              <a:ext uri="{FF2B5EF4-FFF2-40B4-BE49-F238E27FC236}">
                <a16:creationId xmlns:a16="http://schemas.microsoft.com/office/drawing/2014/main" id="{4F51DF30-15DC-2536-7F16-184D140D377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59287" y="1131130"/>
            <a:ext cx="4621482" cy="4310995"/>
          </a:xfrm>
          <a:prstGeom prst="rect">
            <a:avLst/>
          </a:prstGeom>
        </p:spPr>
      </p:pic>
      <p:pic>
        <p:nvPicPr>
          <p:cNvPr id="62" name="图形 61">
            <a:extLst>
              <a:ext uri="{FF2B5EF4-FFF2-40B4-BE49-F238E27FC236}">
                <a16:creationId xmlns:a16="http://schemas.microsoft.com/office/drawing/2014/main" id="{DD30E1F9-91C9-4431-FC1F-F522122198F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372658" y="3934079"/>
            <a:ext cx="840201" cy="2462372"/>
          </a:xfrm>
          <a:prstGeom prst="rect">
            <a:avLst/>
          </a:prstGeom>
        </p:spPr>
      </p:pic>
      <p:pic>
        <p:nvPicPr>
          <p:cNvPr id="63" name="图形 62">
            <a:extLst>
              <a:ext uri="{FF2B5EF4-FFF2-40B4-BE49-F238E27FC236}">
                <a16:creationId xmlns:a16="http://schemas.microsoft.com/office/drawing/2014/main" id="{580D1692-29A1-37A4-5836-3EFC398E925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97895" y="4038651"/>
            <a:ext cx="2814449" cy="2357800"/>
          </a:xfrm>
          <a:prstGeom prst="rect">
            <a:avLst/>
          </a:prstGeom>
        </p:spPr>
      </p:pic>
      <p:pic>
        <p:nvPicPr>
          <p:cNvPr id="72" name="图形 71">
            <a:extLst>
              <a:ext uri="{FF2B5EF4-FFF2-40B4-BE49-F238E27FC236}">
                <a16:creationId xmlns:a16="http://schemas.microsoft.com/office/drawing/2014/main" id="{4A7638D3-460B-C8F7-ED6B-C04C8AEF1D9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896600" y="1"/>
            <a:ext cx="1295398" cy="754834"/>
          </a:xfrm>
          <a:prstGeom prst="rect">
            <a:avLst/>
          </a:prstGeom>
        </p:spPr>
      </p:pic>
    </p:spTree>
    <p:extLst>
      <p:ext uri="{BB962C8B-B14F-4D97-AF65-F5344CB8AC3E}">
        <p14:creationId xmlns:p14="http://schemas.microsoft.com/office/powerpoint/2010/main" val="2301187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caa88988-63e2-4eb4-b8a0-b3bf2bde1a7b"/>
  <p:tag name="COMMONDATA" val="eyJoZGlkIjoiODliZWY4OTY0MGRkODE3MzUwYWNjNzJlOTZjZjEzOWIifQ=="/>
</p:tagLst>
</file>

<file path=ppt/theme/theme1.xml><?xml version="1.0" encoding="utf-8"?>
<a:theme xmlns:a="http://schemas.openxmlformats.org/drawingml/2006/main" name="Office 主题​​">
  <a:themeElements>
    <a:clrScheme name="自定义 2056">
      <a:dk1>
        <a:sysClr val="windowText" lastClr="000000"/>
      </a:dk1>
      <a:lt1>
        <a:sysClr val="window" lastClr="FFFFFF"/>
      </a:lt1>
      <a:dk2>
        <a:srgbClr val="44546A"/>
      </a:dk2>
      <a:lt2>
        <a:srgbClr val="E7E6E6"/>
      </a:lt2>
      <a:accent1>
        <a:srgbClr val="FF9693"/>
      </a:accent1>
      <a:accent2>
        <a:srgbClr val="A38FDD"/>
      </a:accent2>
      <a:accent3>
        <a:srgbClr val="FF9693"/>
      </a:accent3>
      <a:accent4>
        <a:srgbClr val="A38FDD"/>
      </a:accent4>
      <a:accent5>
        <a:srgbClr val="FF9693"/>
      </a:accent5>
      <a:accent6>
        <a:srgbClr val="A38FDD"/>
      </a:accent6>
      <a:hlink>
        <a:srgbClr val="0563C1"/>
      </a:hlink>
      <a:folHlink>
        <a:srgbClr val="954F72"/>
      </a:folHlink>
    </a:clrScheme>
    <a:fontScheme name="自定义 25">
      <a:majorFont>
        <a:latin typeface="Righteous"/>
        <a:ea typeface="Righteous"/>
        <a:cs typeface=""/>
      </a:majorFont>
      <a:minorFont>
        <a:latin typeface="Manrope SemiBold"/>
        <a:ea typeface="Manrope SemiBol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anrope SemiBold"/>
        <a:ea typeface=""/>
        <a:cs typeface=""/>
        <a:font script="Jpan" typeface="游ゴシック"/>
        <a:font script="Hang" typeface="맑은 고딕"/>
        <a:font script="Hans" typeface="Manrope SemiBold"/>
        <a:font script="Hant" typeface="新細明體"/>
        <a:font script="Arab" typeface="Righteous"/>
        <a:font script="Hebr" typeface="Righteou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ighteous"/>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Manrope SemiBold"/>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anrope SemiBold"/>
        <a:ea typeface=""/>
        <a:cs typeface=""/>
        <a:font script="Jpan" typeface="ＭＳ Ｐゴシック"/>
        <a:font script="Hang" typeface="맑은 고딕"/>
        <a:font script="Hans" typeface="Manrope SemiBold"/>
        <a:font script="Hant" typeface="新細明體"/>
        <a:font script="Arab" typeface="Righteous"/>
        <a:font script="Hebr" typeface="Righteou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ighteous"/>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TotalTime>
  <Words>1436</Words>
  <Application>Microsoft Office PowerPoint</Application>
  <PresentationFormat>Widescreen</PresentationFormat>
  <Paragraphs>162</Paragraphs>
  <Slides>18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Barlow Bold</vt:lpstr>
      <vt:lpstr>Montserrat</vt:lpstr>
      <vt:lpstr>Manrope SemiBold</vt:lpstr>
      <vt:lpstr>Arial</vt:lpstr>
      <vt:lpstr>Righteous</vt:lpstr>
      <vt:lpstr>Office 主题​​</vt:lpstr>
      <vt:lpstr>PROBLEM STATEMENT EDUCATION EQUITY  In many urban areas, low-income groups have limited access to quality education, leading to persistent economic inequality</vt:lpstr>
      <vt:lpstr>PROBLEM STATEMENT: In many urban areas, low-income groups have limited access to quality education, leading to persistent economic inequality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 V</cp:lastModifiedBy>
  <cp:revision>65</cp:revision>
  <dcterms:created xsi:type="dcterms:W3CDTF">2023-03-31T10:45:00Z</dcterms:created>
  <dcterms:modified xsi:type="dcterms:W3CDTF">2024-12-22T05:46:49Z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DE2587A25CFC44FBA90027D6E642E6F4_13</vt:lpwstr>
  </property>
  <property fmtid="{D5CDD505-2E9C-101B-9397-08002B2CF9AE}" pid="3" name="KSOProductBuildVer">
    <vt:lpwstr>1033-12.2.0.18638</vt:lpwstr>
  </property>
</Properties>
</file>